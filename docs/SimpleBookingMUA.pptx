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media/image1.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tBDfr" TargetMode="Externa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081440" y="1777320"/>
            <a:ext cx="4791960" cy="2298240"/>
          </a:xfrm>
          <a:prstGeom prst="rect">
            <a:avLst/>
          </a:prstGeom>
          <a:noFill/>
          <a:ln w="0">
            <a:noFill/>
          </a:ln>
        </p:spPr>
        <p:txBody>
          <a:bodyPr lIns="91440" rIns="91440" tIns="91440" bIns="91440" anchor="t">
            <a:noAutofit/>
          </a:bodyPr>
          <a:p>
            <a:pPr indent="0">
              <a:buNone/>
            </a:pPr>
            <a:r>
              <a:rPr b="0" lang="fr-FR" sz="5200" strike="noStrike" u="none">
                <a:solidFill>
                  <a:schemeClr val="dk1"/>
                </a:solidFill>
                <a:effectLst/>
                <a:uFillTx/>
                <a:latin typeface="Arial"/>
              </a:rPr>
              <a:t>Click to edit the title text format</a:t>
            </a:r>
            <a:endParaRPr b="0" lang="fr-FR" sz="5200" strike="noStrike" u="none">
              <a:solidFill>
                <a:schemeClr val="dk1"/>
              </a:solidFill>
              <a:effectLst/>
              <a:uFillTx/>
              <a:latin typeface="Arial"/>
            </a:endParaRPr>
          </a:p>
        </p:txBody>
      </p:sp>
      <p:grpSp>
        <p:nvGrpSpPr>
          <p:cNvPr id="3" name="Google Shape;11;p2"/>
          <p:cNvGrpSpPr/>
          <p:nvPr/>
        </p:nvGrpSpPr>
        <p:grpSpPr>
          <a:xfrm>
            <a:off x="0" y="272880"/>
            <a:ext cx="9140760" cy="4669920"/>
            <a:chOff x="0" y="272880"/>
            <a:chExt cx="9140760" cy="4669920"/>
          </a:xfrm>
        </p:grpSpPr>
        <p:sp>
          <p:nvSpPr>
            <p:cNvPr id="4" name="Google Shape;12;p2"/>
            <p:cNvSpPr/>
            <p:nvPr/>
          </p:nvSpPr>
          <p:spPr>
            <a:xfrm>
              <a:off x="500040" y="4732560"/>
              <a:ext cx="150120" cy="180360"/>
            </a:xfrm>
            <a:custGeom>
              <a:avLst/>
              <a:gdLst>
                <a:gd name="textAreaLeft" fmla="*/ 0 w 150120"/>
                <a:gd name="textAreaRight" fmla="*/ 150480 w 150120"/>
                <a:gd name="textAreaTop" fmla="*/ 0 h 180360"/>
                <a:gd name="textAreaBottom" fmla="*/ 180720 h 180360"/>
              </a:gdLst>
              <a:ahLst/>
              <a:cxnLst/>
              <a:rect l="textAreaLeft" t="textAreaTop" r="textAreaRight" b="textAreaBottom"/>
              <a:pathLst>
                <a:path w="6013" h="722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w="4150">
              <a:solidFill>
                <a:srgbClr val="000000"/>
              </a:solidFill>
              <a:miter/>
            </a:ln>
          </p:spPr>
          <p:style>
            <a:lnRef idx="0"/>
            <a:fillRef idx="0"/>
            <a:effectRef idx="0"/>
            <a:fontRef idx="minor"/>
          </p:style>
          <p:txBody>
            <a:bodyPr tIns="90360" bIns="90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 name="Google Shape;13;p2"/>
            <p:cNvSpPr/>
            <p:nvPr/>
          </p:nvSpPr>
          <p:spPr>
            <a:xfrm>
              <a:off x="8836920" y="3234600"/>
              <a:ext cx="205200" cy="109440"/>
            </a:xfrm>
            <a:custGeom>
              <a:avLst/>
              <a:gdLst>
                <a:gd name="textAreaLeft" fmla="*/ 0 w 205200"/>
                <a:gd name="textAreaRight" fmla="*/ 205560 w 205200"/>
                <a:gd name="textAreaTop" fmla="*/ 0 h 109440"/>
                <a:gd name="textAreaBottom" fmla="*/ 109800 h 109440"/>
              </a:gdLst>
              <a:ahLst/>
              <a:cxnLst/>
              <a:rect l="textAreaLeft" t="textAreaTop" r="textAreaRight" b="textAreaBottom"/>
              <a:pathLst>
                <a:path w="8222" h="4398">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w="4150">
              <a:solidFill>
                <a:srgbClr val="000000"/>
              </a:solidFill>
              <a:miter/>
            </a:ln>
          </p:spPr>
          <p:style>
            <a:lnRef idx="0"/>
            <a:fillRef idx="0"/>
            <a:effectRef idx="0"/>
            <a:fontRef idx="minor"/>
          </p:style>
          <p:txBody>
            <a:bodyPr tIns="54720" bIns="54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 name="Google Shape;14;p2"/>
            <p:cNvSpPr/>
            <p:nvPr/>
          </p:nvSpPr>
          <p:spPr>
            <a:xfrm>
              <a:off x="472320" y="335880"/>
              <a:ext cx="205200" cy="109440"/>
            </a:xfrm>
            <a:custGeom>
              <a:avLst/>
              <a:gdLst>
                <a:gd name="textAreaLeft" fmla="*/ 0 w 205200"/>
                <a:gd name="textAreaRight" fmla="*/ 205560 w 205200"/>
                <a:gd name="textAreaTop" fmla="*/ 0 h 109440"/>
                <a:gd name="textAreaBottom" fmla="*/ 109800 h 109440"/>
              </a:gdLst>
              <a:ahLst/>
              <a:cxnLst/>
              <a:rect l="textAreaLeft" t="textAreaTop" r="textAreaRight" b="textAreaBottom"/>
              <a:pathLst>
                <a:path w="8222" h="4398">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w="4150">
              <a:solidFill>
                <a:srgbClr val="000000"/>
              </a:solidFill>
              <a:miter/>
            </a:ln>
          </p:spPr>
          <p:style>
            <a:lnRef idx="0"/>
            <a:fillRef idx="0"/>
            <a:effectRef idx="0"/>
            <a:fontRef idx="minor"/>
          </p:style>
          <p:txBody>
            <a:bodyPr tIns="54720" bIns="54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 name="Google Shape;15;p2"/>
            <p:cNvSpPr/>
            <p:nvPr/>
          </p:nvSpPr>
          <p:spPr>
            <a:xfrm>
              <a:off x="8977320" y="1602720"/>
              <a:ext cx="163440" cy="163440"/>
            </a:xfrm>
            <a:custGeom>
              <a:avLst/>
              <a:gdLst>
                <a:gd name="textAreaLeft" fmla="*/ 0 w 163440"/>
                <a:gd name="textAreaRight" fmla="*/ 163800 w 163440"/>
                <a:gd name="textAreaTop" fmla="*/ 0 h 163440"/>
                <a:gd name="textAreaBottom" fmla="*/ 163800 h 163440"/>
              </a:gdLst>
              <a:ahLst/>
              <a:cxnLst/>
              <a:rect l="textAreaLeft" t="textAreaTop" r="textAreaRight" b="textAreaBottom"/>
              <a:pathLst>
                <a:path w="6555" h="6554">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w="4150">
              <a:solidFill>
                <a:srgbClr val="000000"/>
              </a:solidFill>
              <a:miter/>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8" name="Google Shape;16;p2"/>
            <p:cNvGrpSpPr/>
            <p:nvPr/>
          </p:nvGrpSpPr>
          <p:grpSpPr>
            <a:xfrm>
              <a:off x="4139280" y="272880"/>
              <a:ext cx="163440" cy="163440"/>
              <a:chOff x="4139280" y="272880"/>
              <a:chExt cx="163440" cy="163440"/>
            </a:xfrm>
          </p:grpSpPr>
          <p:sp>
            <p:nvSpPr>
              <p:cNvPr id="9" name="Google Shape;17;p2"/>
              <p:cNvSpPr/>
              <p:nvPr/>
            </p:nvSpPr>
            <p:spPr>
              <a:xfrm>
                <a:off x="4221000" y="27288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w="1" h="1932">
                    <a:moveTo>
                      <a:pt x="0" y="1931"/>
                    </a:moveTo>
                    <a:lnTo>
                      <a:pt x="0" y="0"/>
                    </a:lnTo>
                  </a:path>
                </a:pathLst>
              </a:custGeom>
              <a:solidFill>
                <a:srgbClr val="e0e9f7"/>
              </a:solidFill>
              <a:ln w="9525">
                <a:solidFill>
                  <a:srgbClr val="000000"/>
                </a:solidFill>
                <a:round/>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 name="Google Shape;18;p2"/>
              <p:cNvSpPr/>
              <p:nvPr/>
            </p:nvSpPr>
            <p:spPr>
              <a:xfrm>
                <a:off x="4221000" y="27288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fill="none" w="1" h="1932">
                    <a:moveTo>
                      <a:pt x="0" y="1931"/>
                    </a:moveTo>
                    <a:lnTo>
                      <a:pt x="0" y="0"/>
                    </a:lnTo>
                  </a:path>
                </a:pathLst>
              </a:custGeom>
              <a:noFill/>
              <a:ln w="4150">
                <a:solidFill>
                  <a:srgbClr val="000000"/>
                </a:solidFill>
                <a:miter/>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 name="Google Shape;19;p2"/>
              <p:cNvSpPr/>
              <p:nvPr/>
            </p:nvSpPr>
            <p:spPr>
              <a:xfrm>
                <a:off x="4254840" y="35460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w="1933" h="1">
                    <a:moveTo>
                      <a:pt x="1" y="0"/>
                    </a:moveTo>
                    <a:lnTo>
                      <a:pt x="1933" y="0"/>
                    </a:lnTo>
                  </a:path>
                </a:pathLst>
              </a:custGeom>
              <a:solidFill>
                <a:srgbClr val="e0e9f7"/>
              </a:solidFill>
              <a:ln w="9525">
                <a:solidFill>
                  <a:srgbClr val="000000"/>
                </a:solidFill>
                <a:round/>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 name="Google Shape;20;p2"/>
              <p:cNvSpPr/>
              <p:nvPr/>
            </p:nvSpPr>
            <p:spPr>
              <a:xfrm>
                <a:off x="4254840" y="35460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fill="none" w="1933" h="1">
                    <a:moveTo>
                      <a:pt x="1" y="0"/>
                    </a:moveTo>
                    <a:lnTo>
                      <a:pt x="1933" y="0"/>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 name="Google Shape;21;p2"/>
              <p:cNvSpPr/>
              <p:nvPr/>
            </p:nvSpPr>
            <p:spPr>
              <a:xfrm>
                <a:off x="4244760" y="30744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2" h="943">
                    <a:moveTo>
                      <a:pt x="1" y="943"/>
                    </a:moveTo>
                    <a:lnTo>
                      <a:pt x="941" y="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 name="Google Shape;22;p2"/>
              <p:cNvSpPr/>
              <p:nvPr/>
            </p:nvSpPr>
            <p:spPr>
              <a:xfrm>
                <a:off x="4244760" y="30744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2" h="943">
                    <a:moveTo>
                      <a:pt x="1" y="943"/>
                    </a:moveTo>
                    <a:lnTo>
                      <a:pt x="941" y="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 name="Google Shape;23;p2"/>
              <p:cNvSpPr/>
              <p:nvPr/>
            </p:nvSpPr>
            <p:spPr>
              <a:xfrm>
                <a:off x="4221000" y="38844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w="1" h="1933">
                    <a:moveTo>
                      <a:pt x="0" y="1"/>
                    </a:moveTo>
                    <a:lnTo>
                      <a:pt x="0" y="1933"/>
                    </a:lnTo>
                  </a:path>
                </a:pathLst>
              </a:custGeom>
              <a:solidFill>
                <a:srgbClr val="e0e9f7"/>
              </a:solidFill>
              <a:ln w="9525">
                <a:solidFill>
                  <a:srgbClr val="000000"/>
                </a:solidFill>
                <a:round/>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 name="Google Shape;24;p2"/>
              <p:cNvSpPr/>
              <p:nvPr/>
            </p:nvSpPr>
            <p:spPr>
              <a:xfrm>
                <a:off x="4221000" y="38844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fill="none" w="1" h="1933">
                    <a:moveTo>
                      <a:pt x="0" y="1"/>
                    </a:moveTo>
                    <a:lnTo>
                      <a:pt x="0" y="1933"/>
                    </a:lnTo>
                  </a:path>
                </a:pathLst>
              </a:custGeom>
              <a:noFill/>
              <a:ln w="4150">
                <a:solidFill>
                  <a:srgbClr val="000000"/>
                </a:solidFill>
                <a:miter/>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 name="Google Shape;25;p2"/>
              <p:cNvSpPr/>
              <p:nvPr/>
            </p:nvSpPr>
            <p:spPr>
              <a:xfrm>
                <a:off x="4244760" y="37836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2" h="942">
                    <a:moveTo>
                      <a:pt x="1" y="1"/>
                    </a:moveTo>
                    <a:lnTo>
                      <a:pt x="941" y="94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 name="Google Shape;26;p2"/>
              <p:cNvSpPr/>
              <p:nvPr/>
            </p:nvSpPr>
            <p:spPr>
              <a:xfrm>
                <a:off x="4244760" y="37836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2" h="942">
                    <a:moveTo>
                      <a:pt x="1" y="1"/>
                    </a:moveTo>
                    <a:lnTo>
                      <a:pt x="941" y="94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 name="Google Shape;27;p2"/>
              <p:cNvSpPr/>
              <p:nvPr/>
            </p:nvSpPr>
            <p:spPr>
              <a:xfrm>
                <a:off x="4139280" y="35460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w="1932" h="1">
                    <a:moveTo>
                      <a:pt x="1931" y="0"/>
                    </a:moveTo>
                    <a:lnTo>
                      <a:pt x="0" y="0"/>
                    </a:lnTo>
                  </a:path>
                </a:pathLst>
              </a:custGeom>
              <a:solidFill>
                <a:srgbClr val="e0e9f7"/>
              </a:solidFill>
              <a:ln w="9525">
                <a:solidFill>
                  <a:srgbClr val="000000"/>
                </a:solidFill>
                <a:round/>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 name="Google Shape;28;p2"/>
              <p:cNvSpPr/>
              <p:nvPr/>
            </p:nvSpPr>
            <p:spPr>
              <a:xfrm>
                <a:off x="4139280" y="35460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fill="none" w="1932" h="1">
                    <a:moveTo>
                      <a:pt x="1931" y="0"/>
                    </a:moveTo>
                    <a:lnTo>
                      <a:pt x="0" y="0"/>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 name="Google Shape;29;p2"/>
              <p:cNvSpPr/>
              <p:nvPr/>
            </p:nvSpPr>
            <p:spPr>
              <a:xfrm>
                <a:off x="4173840" y="37836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3" h="942">
                    <a:moveTo>
                      <a:pt x="943" y="1"/>
                    </a:moveTo>
                    <a:lnTo>
                      <a:pt x="1" y="94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 name="Google Shape;30;p2"/>
              <p:cNvSpPr/>
              <p:nvPr/>
            </p:nvSpPr>
            <p:spPr>
              <a:xfrm>
                <a:off x="4173840" y="37836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3" h="942">
                    <a:moveTo>
                      <a:pt x="943" y="1"/>
                    </a:moveTo>
                    <a:lnTo>
                      <a:pt x="1" y="94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 name="Google Shape;31;p2"/>
              <p:cNvSpPr/>
              <p:nvPr/>
            </p:nvSpPr>
            <p:spPr>
              <a:xfrm>
                <a:off x="4173840" y="30744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3" h="943">
                    <a:moveTo>
                      <a:pt x="943" y="943"/>
                    </a:moveTo>
                    <a:lnTo>
                      <a:pt x="1" y="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 name="Google Shape;32;p2"/>
              <p:cNvSpPr/>
              <p:nvPr/>
            </p:nvSpPr>
            <p:spPr>
              <a:xfrm>
                <a:off x="4173840" y="30744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3" h="943">
                    <a:moveTo>
                      <a:pt x="943" y="943"/>
                    </a:moveTo>
                    <a:lnTo>
                      <a:pt x="1" y="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25" name="Google Shape;33;p2"/>
            <p:cNvSpPr/>
            <p:nvPr/>
          </p:nvSpPr>
          <p:spPr>
            <a:xfrm>
              <a:off x="8008200" y="308880"/>
              <a:ext cx="163440" cy="163440"/>
            </a:xfrm>
            <a:custGeom>
              <a:avLst/>
              <a:gdLst>
                <a:gd name="textAreaLeft" fmla="*/ 0 w 163440"/>
                <a:gd name="textAreaRight" fmla="*/ 163800 w 163440"/>
                <a:gd name="textAreaTop" fmla="*/ 0 h 163440"/>
                <a:gd name="textAreaBottom" fmla="*/ 163800 h 163440"/>
              </a:gdLst>
              <a:ahLst/>
              <a:cxnLst/>
              <a:rect l="textAreaLeft" t="textAreaTop" r="textAreaRight" b="textAreaBottom"/>
              <a:pathLst>
                <a:path w="6555" h="6554">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w="4150">
              <a:solidFill>
                <a:srgbClr val="000000"/>
              </a:solidFill>
              <a:miter/>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6" name="Google Shape;34;p2"/>
            <p:cNvSpPr/>
            <p:nvPr/>
          </p:nvSpPr>
          <p:spPr>
            <a:xfrm>
              <a:off x="0" y="1948320"/>
              <a:ext cx="163440" cy="163440"/>
            </a:xfrm>
            <a:custGeom>
              <a:avLst/>
              <a:gdLst>
                <a:gd name="textAreaLeft" fmla="*/ 0 w 163440"/>
                <a:gd name="textAreaRight" fmla="*/ 163800 w 163440"/>
                <a:gd name="textAreaTop" fmla="*/ 0 h 163440"/>
                <a:gd name="textAreaBottom" fmla="*/ 163800 h 163440"/>
              </a:gdLst>
              <a:ahLst/>
              <a:cxnLst/>
              <a:rect l="textAreaLeft" t="textAreaTop" r="textAreaRight" b="textAreaBottom"/>
              <a:pathLst>
                <a:path w="6554" h="6555">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w="4150">
              <a:solidFill>
                <a:srgbClr val="000000"/>
              </a:solidFill>
              <a:miter/>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 name="Google Shape;35;p2"/>
            <p:cNvSpPr/>
            <p:nvPr/>
          </p:nvSpPr>
          <p:spPr>
            <a:xfrm>
              <a:off x="4614480" y="4779360"/>
              <a:ext cx="163440" cy="163440"/>
            </a:xfrm>
            <a:custGeom>
              <a:avLst/>
              <a:gdLst>
                <a:gd name="textAreaLeft" fmla="*/ 0 w 163440"/>
                <a:gd name="textAreaRight" fmla="*/ 163800 w 163440"/>
                <a:gd name="textAreaTop" fmla="*/ 0 h 163440"/>
                <a:gd name="textAreaBottom" fmla="*/ 163800 h 163440"/>
              </a:gdLst>
              <a:ahLst/>
              <a:cxnLst/>
              <a:rect l="textAreaLeft" t="textAreaTop" r="textAreaRight" b="textAreaBottom"/>
              <a:pathLst>
                <a:path w="6555" h="6554">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w="4150">
              <a:solidFill>
                <a:srgbClr val="000000"/>
              </a:solidFill>
              <a:miter/>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 name="Google Shape;36;p2"/>
            <p:cNvSpPr/>
            <p:nvPr/>
          </p:nvSpPr>
          <p:spPr>
            <a:xfrm>
              <a:off x="433080" y="3658680"/>
              <a:ext cx="39240" cy="38880"/>
            </a:xfrm>
            <a:custGeom>
              <a:avLst/>
              <a:gdLst>
                <a:gd name="textAreaLeft" fmla="*/ 0 w 39240"/>
                <a:gd name="textAreaRight" fmla="*/ 39600 w 39240"/>
                <a:gd name="textAreaTop" fmla="*/ 0 h 38880"/>
                <a:gd name="textAreaBottom" fmla="*/ 39240 h 38880"/>
              </a:gdLst>
              <a:ahLst/>
              <a:cxnLst/>
              <a:rect l="textAreaLeft" t="textAreaTop" r="textAreaRight" b="textAreaBottom"/>
              <a:pathLst>
                <a:path w="812" h="811">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 name="Google Shape;37;p2"/>
            <p:cNvSpPr/>
            <p:nvPr/>
          </p:nvSpPr>
          <p:spPr>
            <a:xfrm>
              <a:off x="6732360" y="371160"/>
              <a:ext cx="39240" cy="38880"/>
            </a:xfrm>
            <a:custGeom>
              <a:avLst/>
              <a:gdLst>
                <a:gd name="textAreaLeft" fmla="*/ 0 w 39240"/>
                <a:gd name="textAreaRight" fmla="*/ 39600 w 39240"/>
                <a:gd name="textAreaTop" fmla="*/ 0 h 38880"/>
                <a:gd name="textAreaBottom" fmla="*/ 39240 h 38880"/>
              </a:gdLst>
              <a:ahLst/>
              <a:cxnLst/>
              <a:rect l="textAreaLeft" t="textAreaTop" r="textAreaRight" b="textAreaBottom"/>
              <a:pathLst>
                <a:path w="812" h="811">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 name="Google Shape;38;p2"/>
            <p:cNvSpPr/>
            <p:nvPr/>
          </p:nvSpPr>
          <p:spPr>
            <a:xfrm>
              <a:off x="8742960" y="4874040"/>
              <a:ext cx="39240" cy="38880"/>
            </a:xfrm>
            <a:custGeom>
              <a:avLst/>
              <a:gdLst>
                <a:gd name="textAreaLeft" fmla="*/ 0 w 39240"/>
                <a:gd name="textAreaRight" fmla="*/ 39600 w 39240"/>
                <a:gd name="textAreaTop" fmla="*/ 0 h 38880"/>
                <a:gd name="textAreaBottom" fmla="*/ 39240 h 38880"/>
              </a:gdLst>
              <a:ahLst/>
              <a:cxnLst/>
              <a:rect l="textAreaLeft" t="textAreaTop" r="textAreaRight" b="textAreaBottom"/>
              <a:pathLst>
                <a:path w="812" h="811">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31" name="Google Shape;39;p2"/>
            <p:cNvGrpSpPr/>
            <p:nvPr/>
          </p:nvGrpSpPr>
          <p:grpSpPr>
            <a:xfrm>
              <a:off x="2730960" y="4779360"/>
              <a:ext cx="163440" cy="163440"/>
              <a:chOff x="2730960" y="4779360"/>
              <a:chExt cx="163440" cy="163440"/>
            </a:xfrm>
          </p:grpSpPr>
          <p:sp>
            <p:nvSpPr>
              <p:cNvPr id="32" name="Google Shape;40;p2"/>
              <p:cNvSpPr/>
              <p:nvPr/>
            </p:nvSpPr>
            <p:spPr>
              <a:xfrm>
                <a:off x="2812680" y="477936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w="1" h="1932">
                    <a:moveTo>
                      <a:pt x="0" y="1931"/>
                    </a:moveTo>
                    <a:lnTo>
                      <a:pt x="0" y="0"/>
                    </a:lnTo>
                  </a:path>
                </a:pathLst>
              </a:custGeom>
              <a:solidFill>
                <a:srgbClr val="e0e9f7"/>
              </a:solidFill>
              <a:ln w="9525">
                <a:solidFill>
                  <a:srgbClr val="000000"/>
                </a:solidFill>
                <a:round/>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 name="Google Shape;41;p2"/>
              <p:cNvSpPr/>
              <p:nvPr/>
            </p:nvSpPr>
            <p:spPr>
              <a:xfrm>
                <a:off x="2812680" y="477936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fill="none" w="1" h="1932">
                    <a:moveTo>
                      <a:pt x="0" y="1931"/>
                    </a:moveTo>
                    <a:lnTo>
                      <a:pt x="0" y="0"/>
                    </a:lnTo>
                  </a:path>
                </a:pathLst>
              </a:custGeom>
              <a:noFill/>
              <a:ln w="4150">
                <a:solidFill>
                  <a:srgbClr val="000000"/>
                </a:solidFill>
                <a:miter/>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 name="Google Shape;42;p2"/>
              <p:cNvSpPr/>
              <p:nvPr/>
            </p:nvSpPr>
            <p:spPr>
              <a:xfrm>
                <a:off x="2846520" y="486144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w="1933" h="1">
                    <a:moveTo>
                      <a:pt x="1" y="0"/>
                    </a:moveTo>
                    <a:lnTo>
                      <a:pt x="1933" y="0"/>
                    </a:lnTo>
                  </a:path>
                </a:pathLst>
              </a:custGeom>
              <a:solidFill>
                <a:srgbClr val="e0e9f7"/>
              </a:solidFill>
              <a:ln w="9525">
                <a:solidFill>
                  <a:srgbClr val="000000"/>
                </a:solidFill>
                <a:round/>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 name="Google Shape;43;p2"/>
              <p:cNvSpPr/>
              <p:nvPr/>
            </p:nvSpPr>
            <p:spPr>
              <a:xfrm>
                <a:off x="2846520" y="486144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fill="none" w="1933" h="1">
                    <a:moveTo>
                      <a:pt x="1" y="0"/>
                    </a:moveTo>
                    <a:lnTo>
                      <a:pt x="1933" y="0"/>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 name="Google Shape;44;p2"/>
              <p:cNvSpPr/>
              <p:nvPr/>
            </p:nvSpPr>
            <p:spPr>
              <a:xfrm>
                <a:off x="2836440" y="481392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2" h="943">
                    <a:moveTo>
                      <a:pt x="1" y="943"/>
                    </a:moveTo>
                    <a:lnTo>
                      <a:pt x="941" y="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 name="Google Shape;45;p2"/>
              <p:cNvSpPr/>
              <p:nvPr/>
            </p:nvSpPr>
            <p:spPr>
              <a:xfrm>
                <a:off x="2836440" y="481392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2" h="943">
                    <a:moveTo>
                      <a:pt x="1" y="943"/>
                    </a:moveTo>
                    <a:lnTo>
                      <a:pt x="941" y="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 name="Google Shape;46;p2"/>
              <p:cNvSpPr/>
              <p:nvPr/>
            </p:nvSpPr>
            <p:spPr>
              <a:xfrm>
                <a:off x="2812680" y="489492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w="1" h="1933">
                    <a:moveTo>
                      <a:pt x="0" y="1"/>
                    </a:moveTo>
                    <a:lnTo>
                      <a:pt x="0" y="1933"/>
                    </a:lnTo>
                  </a:path>
                </a:pathLst>
              </a:custGeom>
              <a:solidFill>
                <a:srgbClr val="e0e9f7"/>
              </a:solidFill>
              <a:ln w="9525">
                <a:solidFill>
                  <a:srgbClr val="000000"/>
                </a:solidFill>
                <a:round/>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 name="Google Shape;47;p2"/>
              <p:cNvSpPr/>
              <p:nvPr/>
            </p:nvSpPr>
            <p:spPr>
              <a:xfrm>
                <a:off x="2812680" y="489492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fill="none" w="1" h="1933">
                    <a:moveTo>
                      <a:pt x="0" y="1"/>
                    </a:moveTo>
                    <a:lnTo>
                      <a:pt x="0" y="1933"/>
                    </a:lnTo>
                  </a:path>
                </a:pathLst>
              </a:custGeom>
              <a:noFill/>
              <a:ln w="4150">
                <a:solidFill>
                  <a:srgbClr val="000000"/>
                </a:solidFill>
                <a:miter/>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 name="Google Shape;48;p2"/>
              <p:cNvSpPr/>
              <p:nvPr/>
            </p:nvSpPr>
            <p:spPr>
              <a:xfrm>
                <a:off x="2836440" y="488520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2" h="942">
                    <a:moveTo>
                      <a:pt x="1" y="1"/>
                    </a:moveTo>
                    <a:lnTo>
                      <a:pt x="941" y="94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 name="Google Shape;49;p2"/>
              <p:cNvSpPr/>
              <p:nvPr/>
            </p:nvSpPr>
            <p:spPr>
              <a:xfrm>
                <a:off x="2836440" y="488520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2" h="942">
                    <a:moveTo>
                      <a:pt x="1" y="1"/>
                    </a:moveTo>
                    <a:lnTo>
                      <a:pt x="941" y="94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 name="Google Shape;50;p2"/>
              <p:cNvSpPr/>
              <p:nvPr/>
            </p:nvSpPr>
            <p:spPr>
              <a:xfrm>
                <a:off x="2730960" y="486144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w="1932" h="1">
                    <a:moveTo>
                      <a:pt x="1931" y="0"/>
                    </a:moveTo>
                    <a:lnTo>
                      <a:pt x="0" y="0"/>
                    </a:lnTo>
                  </a:path>
                </a:pathLst>
              </a:custGeom>
              <a:solidFill>
                <a:srgbClr val="e0e9f7"/>
              </a:solidFill>
              <a:ln w="9525">
                <a:solidFill>
                  <a:srgbClr val="000000"/>
                </a:solidFill>
                <a:round/>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 name="Google Shape;51;p2"/>
              <p:cNvSpPr/>
              <p:nvPr/>
            </p:nvSpPr>
            <p:spPr>
              <a:xfrm>
                <a:off x="2730960" y="486144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fill="none" w="1932" h="1">
                    <a:moveTo>
                      <a:pt x="1931" y="0"/>
                    </a:moveTo>
                    <a:lnTo>
                      <a:pt x="0" y="0"/>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4" name="Google Shape;52;p2"/>
              <p:cNvSpPr/>
              <p:nvPr/>
            </p:nvSpPr>
            <p:spPr>
              <a:xfrm>
                <a:off x="2765520" y="488520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3" h="942">
                    <a:moveTo>
                      <a:pt x="943" y="1"/>
                    </a:moveTo>
                    <a:lnTo>
                      <a:pt x="1" y="94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 name="Google Shape;53;p2"/>
              <p:cNvSpPr/>
              <p:nvPr/>
            </p:nvSpPr>
            <p:spPr>
              <a:xfrm>
                <a:off x="2765520" y="488520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3" h="942">
                    <a:moveTo>
                      <a:pt x="943" y="1"/>
                    </a:moveTo>
                    <a:lnTo>
                      <a:pt x="1" y="94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 name="Google Shape;54;p2"/>
              <p:cNvSpPr/>
              <p:nvPr/>
            </p:nvSpPr>
            <p:spPr>
              <a:xfrm>
                <a:off x="2765520" y="481392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3" h="943">
                    <a:moveTo>
                      <a:pt x="943" y="943"/>
                    </a:moveTo>
                    <a:lnTo>
                      <a:pt x="1" y="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 name="Google Shape;55;p2"/>
              <p:cNvSpPr/>
              <p:nvPr/>
            </p:nvSpPr>
            <p:spPr>
              <a:xfrm>
                <a:off x="2765520" y="481392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3" h="943">
                    <a:moveTo>
                      <a:pt x="943" y="943"/>
                    </a:moveTo>
                    <a:lnTo>
                      <a:pt x="1" y="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48" name="Google Shape;56;p2"/>
            <p:cNvSpPr/>
            <p:nvPr/>
          </p:nvSpPr>
          <p:spPr>
            <a:xfrm>
              <a:off x="8977320" y="519840"/>
              <a:ext cx="39240" cy="38880"/>
            </a:xfrm>
            <a:custGeom>
              <a:avLst/>
              <a:gdLst>
                <a:gd name="textAreaLeft" fmla="*/ 0 w 39240"/>
                <a:gd name="textAreaRight" fmla="*/ 39600 w 39240"/>
                <a:gd name="textAreaTop" fmla="*/ 0 h 38880"/>
                <a:gd name="textAreaBottom" fmla="*/ 39240 h 38880"/>
              </a:gdLst>
              <a:ahLst/>
              <a:cxnLst/>
              <a:rect l="textAreaLeft" t="textAreaTop" r="textAreaRight" b="textAreaBottom"/>
              <a:pathLst>
                <a:path w="812" h="811">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49"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
    <p:bg>
      <p:bgPr>
        <a:solidFill>
          <a:schemeClr val="lt1"/>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3621600" y="599400"/>
            <a:ext cx="4808880" cy="843120"/>
          </a:xfrm>
          <a:prstGeom prst="rect">
            <a:avLst/>
          </a:prstGeom>
          <a:noFill/>
          <a:ln w="0">
            <a:noFill/>
          </a:ln>
        </p:spPr>
        <p:txBody>
          <a:bodyPr lIns="91440" rIns="91440" tIns="91440" bIns="91440" anchor="b">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grpSp>
        <p:nvGrpSpPr>
          <p:cNvPr id="51" name="Google Shape;511;p17"/>
          <p:cNvGrpSpPr/>
          <p:nvPr/>
        </p:nvGrpSpPr>
        <p:grpSpPr>
          <a:xfrm>
            <a:off x="316080" y="192600"/>
            <a:ext cx="8567640" cy="4755600"/>
            <a:chOff x="316080" y="192600"/>
            <a:chExt cx="8567640" cy="4755600"/>
          </a:xfrm>
        </p:grpSpPr>
        <p:sp>
          <p:nvSpPr>
            <p:cNvPr id="52" name="Google Shape;512;p17"/>
            <p:cNvSpPr/>
            <p:nvPr/>
          </p:nvSpPr>
          <p:spPr>
            <a:xfrm flipV="1">
              <a:off x="355320" y="784080"/>
              <a:ext cx="150120" cy="180360"/>
            </a:xfrm>
            <a:custGeom>
              <a:avLst/>
              <a:gdLst>
                <a:gd name="textAreaLeft" fmla="*/ 0 w 150120"/>
                <a:gd name="textAreaRight" fmla="*/ 150480 w 150120"/>
                <a:gd name="textAreaTop" fmla="*/ -360 h 180360"/>
                <a:gd name="textAreaBottom" fmla="*/ 180360 h 180360"/>
              </a:gdLst>
              <a:ahLst/>
              <a:cxnLst/>
              <a:rect l="textAreaLeft" t="textAreaTop" r="textAreaRight" b="textAreaBottom"/>
              <a:pathLst>
                <a:path w="6013" h="722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w="4150">
              <a:solidFill>
                <a:srgbClr val="000000"/>
              </a:solidFill>
              <a:miter/>
            </a:ln>
          </p:spPr>
          <p:style>
            <a:lnRef idx="0"/>
            <a:fillRef idx="0"/>
            <a:effectRef idx="0"/>
            <a:fontRef idx="minor"/>
          </p:style>
          <p:txBody>
            <a:bodyPr tIns="90360" bIns="90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3" name="Google Shape;513;p17"/>
            <p:cNvSpPr/>
            <p:nvPr/>
          </p:nvSpPr>
          <p:spPr>
            <a:xfrm flipV="1">
              <a:off x="5371560" y="192600"/>
              <a:ext cx="205200" cy="109440"/>
            </a:xfrm>
            <a:custGeom>
              <a:avLst/>
              <a:gdLst>
                <a:gd name="textAreaLeft" fmla="*/ 0 w 205200"/>
                <a:gd name="textAreaRight" fmla="*/ 205560 w 205200"/>
                <a:gd name="textAreaTop" fmla="*/ 360 h 109440"/>
                <a:gd name="textAreaBottom" fmla="*/ 110160 h 109440"/>
              </a:gdLst>
              <a:ahLst/>
              <a:cxnLst/>
              <a:rect l="textAreaLeft" t="textAreaTop" r="textAreaRight" b="textAreaBottom"/>
              <a:pathLst>
                <a:path w="8222" h="4398">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w="4150">
              <a:solidFill>
                <a:srgbClr val="000000"/>
              </a:solidFill>
              <a:miter/>
            </a:ln>
          </p:spPr>
          <p:style>
            <a:lnRef idx="0"/>
            <a:fillRef idx="0"/>
            <a:effectRef idx="0"/>
            <a:fontRef idx="minor"/>
          </p:style>
          <p:txBody>
            <a:bodyPr tIns="54720" bIns="54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 name="Google Shape;514;p17"/>
            <p:cNvSpPr/>
            <p:nvPr/>
          </p:nvSpPr>
          <p:spPr>
            <a:xfrm flipV="1">
              <a:off x="2988720" y="4784760"/>
              <a:ext cx="205200" cy="109440"/>
            </a:xfrm>
            <a:custGeom>
              <a:avLst/>
              <a:gdLst>
                <a:gd name="textAreaLeft" fmla="*/ 0 w 205200"/>
                <a:gd name="textAreaRight" fmla="*/ 205560 w 205200"/>
                <a:gd name="textAreaTop" fmla="*/ 360 h 109440"/>
                <a:gd name="textAreaBottom" fmla="*/ 110160 h 109440"/>
              </a:gdLst>
              <a:ahLst/>
              <a:cxnLst/>
              <a:rect l="textAreaLeft" t="textAreaTop" r="textAreaRight" b="textAreaBottom"/>
              <a:pathLst>
                <a:path w="8222" h="4398">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w="4150">
              <a:solidFill>
                <a:srgbClr val="000000"/>
              </a:solidFill>
              <a:miter/>
            </a:ln>
          </p:spPr>
          <p:style>
            <a:lnRef idx="0"/>
            <a:fillRef idx="0"/>
            <a:effectRef idx="0"/>
            <a:fontRef idx="minor"/>
          </p:style>
          <p:txBody>
            <a:bodyPr tIns="54720" bIns="54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 name="Google Shape;515;p17"/>
            <p:cNvSpPr/>
            <p:nvPr/>
          </p:nvSpPr>
          <p:spPr>
            <a:xfrm flipV="1">
              <a:off x="8489160" y="4730760"/>
              <a:ext cx="163440" cy="163440"/>
            </a:xfrm>
            <a:custGeom>
              <a:avLst/>
              <a:gdLst>
                <a:gd name="textAreaLeft" fmla="*/ 0 w 163440"/>
                <a:gd name="textAreaRight" fmla="*/ 163800 w 163440"/>
                <a:gd name="textAreaTop" fmla="*/ 360 h 163440"/>
                <a:gd name="textAreaBottom" fmla="*/ 164160 h 163440"/>
              </a:gdLst>
              <a:ahLst/>
              <a:cxnLst/>
              <a:rect l="textAreaLeft" t="textAreaTop" r="textAreaRight" b="textAreaBottom"/>
              <a:pathLst>
                <a:path w="6555" h="6554">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w="4150">
              <a:solidFill>
                <a:srgbClr val="000000"/>
              </a:solidFill>
              <a:miter/>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56" name="Google Shape;516;p17"/>
            <p:cNvGrpSpPr/>
            <p:nvPr/>
          </p:nvGrpSpPr>
          <p:grpSpPr>
            <a:xfrm>
              <a:off x="505800" y="4730400"/>
              <a:ext cx="163440" cy="163440"/>
              <a:chOff x="505800" y="4730400"/>
              <a:chExt cx="163440" cy="163440"/>
            </a:xfrm>
          </p:grpSpPr>
          <p:sp>
            <p:nvSpPr>
              <p:cNvPr id="57" name="Google Shape;517;p17"/>
              <p:cNvSpPr/>
              <p:nvPr/>
            </p:nvSpPr>
            <p:spPr>
              <a:xfrm flipV="1">
                <a:off x="587880" y="4845600"/>
                <a:ext cx="360" cy="47880"/>
              </a:xfrm>
              <a:custGeom>
                <a:avLst/>
                <a:gdLst>
                  <a:gd name="textAreaLeft" fmla="*/ 0 w 360"/>
                  <a:gd name="textAreaRight" fmla="*/ 720 w 360"/>
                  <a:gd name="textAreaTop" fmla="*/ -360 h 47880"/>
                  <a:gd name="textAreaBottom" fmla="*/ 47880 h 47880"/>
                </a:gdLst>
                <a:ahLst/>
                <a:cxnLst/>
                <a:rect l="textAreaLeft" t="textAreaTop" r="textAreaRight" b="textAreaBottom"/>
                <a:pathLst>
                  <a:path w="1" h="1932">
                    <a:moveTo>
                      <a:pt x="0" y="1931"/>
                    </a:moveTo>
                    <a:lnTo>
                      <a:pt x="0" y="0"/>
                    </a:lnTo>
                  </a:path>
                </a:pathLst>
              </a:custGeom>
              <a:solidFill>
                <a:srgbClr val="e0e9f7"/>
              </a:solidFill>
              <a:ln w="9525">
                <a:solidFill>
                  <a:srgbClr val="000000"/>
                </a:solidFill>
                <a:round/>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8" name="Google Shape;518;p17"/>
              <p:cNvSpPr/>
              <p:nvPr/>
            </p:nvSpPr>
            <p:spPr>
              <a:xfrm flipV="1">
                <a:off x="587880" y="4845600"/>
                <a:ext cx="360" cy="47880"/>
              </a:xfrm>
              <a:custGeom>
                <a:avLst/>
                <a:gdLst>
                  <a:gd name="textAreaLeft" fmla="*/ 0 w 360"/>
                  <a:gd name="textAreaRight" fmla="*/ 720 w 360"/>
                  <a:gd name="textAreaTop" fmla="*/ -360 h 47880"/>
                  <a:gd name="textAreaBottom" fmla="*/ 47880 h 47880"/>
                </a:gdLst>
                <a:ahLst/>
                <a:cxnLst/>
                <a:rect l="textAreaLeft" t="textAreaTop" r="textAreaRight" b="textAreaBottom"/>
                <a:pathLst>
                  <a:path fill="none" w="1" h="1932">
                    <a:moveTo>
                      <a:pt x="0" y="1931"/>
                    </a:moveTo>
                    <a:lnTo>
                      <a:pt x="0" y="0"/>
                    </a:lnTo>
                  </a:path>
                </a:pathLst>
              </a:custGeom>
              <a:noFill/>
              <a:ln w="4150">
                <a:solidFill>
                  <a:srgbClr val="000000"/>
                </a:solidFill>
                <a:miter/>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9" name="Google Shape;519;p17"/>
              <p:cNvSpPr/>
              <p:nvPr/>
            </p:nvSpPr>
            <p:spPr>
              <a:xfrm flipV="1">
                <a:off x="621360" y="4812120"/>
                <a:ext cx="47880" cy="360"/>
              </a:xfrm>
              <a:custGeom>
                <a:avLst/>
                <a:gdLst>
                  <a:gd name="textAreaLeft" fmla="*/ 0 w 47880"/>
                  <a:gd name="textAreaRight" fmla="*/ 48240 w 47880"/>
                  <a:gd name="textAreaTop" fmla="*/ -360 h 360"/>
                  <a:gd name="textAreaBottom" fmla="*/ 360 h 360"/>
                </a:gdLst>
                <a:ahLst/>
                <a:cxnLst/>
                <a:rect l="textAreaLeft" t="textAreaTop" r="textAreaRight" b="textAreaBottom"/>
                <a:pathLst>
                  <a:path w="1933" h="1">
                    <a:moveTo>
                      <a:pt x="1" y="0"/>
                    </a:moveTo>
                    <a:lnTo>
                      <a:pt x="1933" y="0"/>
                    </a:lnTo>
                  </a:path>
                </a:pathLst>
              </a:custGeom>
              <a:solidFill>
                <a:srgbClr val="e0e9f7"/>
              </a:solidFill>
              <a:ln w="9525">
                <a:solidFill>
                  <a:srgbClr val="000000"/>
                </a:solidFill>
                <a:round/>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 name="Google Shape;520;p17"/>
              <p:cNvSpPr/>
              <p:nvPr/>
            </p:nvSpPr>
            <p:spPr>
              <a:xfrm flipV="1">
                <a:off x="621360" y="4812120"/>
                <a:ext cx="47880" cy="360"/>
              </a:xfrm>
              <a:custGeom>
                <a:avLst/>
                <a:gdLst>
                  <a:gd name="textAreaLeft" fmla="*/ 0 w 47880"/>
                  <a:gd name="textAreaRight" fmla="*/ 48240 w 47880"/>
                  <a:gd name="textAreaTop" fmla="*/ -360 h 360"/>
                  <a:gd name="textAreaBottom" fmla="*/ 360 h 360"/>
                </a:gdLst>
                <a:ahLst/>
                <a:cxnLst/>
                <a:rect l="textAreaLeft" t="textAreaTop" r="textAreaRight" b="textAreaBottom"/>
                <a:pathLst>
                  <a:path fill="none" w="1933" h="1">
                    <a:moveTo>
                      <a:pt x="1" y="0"/>
                    </a:moveTo>
                    <a:lnTo>
                      <a:pt x="1933" y="0"/>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1" name="Google Shape;521;p17"/>
              <p:cNvSpPr/>
              <p:nvPr/>
            </p:nvSpPr>
            <p:spPr>
              <a:xfrm flipV="1">
                <a:off x="611640" y="4836600"/>
                <a:ext cx="23040" cy="23040"/>
              </a:xfrm>
              <a:custGeom>
                <a:avLst/>
                <a:gdLst>
                  <a:gd name="textAreaLeft" fmla="*/ 0 w 23040"/>
                  <a:gd name="textAreaRight" fmla="*/ 23400 w 23040"/>
                  <a:gd name="textAreaTop" fmla="*/ 360 h 23040"/>
                  <a:gd name="textAreaBottom" fmla="*/ 23760 h 23040"/>
                </a:gdLst>
                <a:ahLst/>
                <a:cxnLst/>
                <a:rect l="textAreaLeft" t="textAreaTop" r="textAreaRight" b="textAreaBottom"/>
                <a:pathLst>
                  <a:path w="942" h="943">
                    <a:moveTo>
                      <a:pt x="1" y="943"/>
                    </a:moveTo>
                    <a:lnTo>
                      <a:pt x="941" y="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 name="Google Shape;522;p17"/>
              <p:cNvSpPr/>
              <p:nvPr/>
            </p:nvSpPr>
            <p:spPr>
              <a:xfrm flipV="1">
                <a:off x="611640" y="4836600"/>
                <a:ext cx="23040" cy="23040"/>
              </a:xfrm>
              <a:custGeom>
                <a:avLst/>
                <a:gdLst>
                  <a:gd name="textAreaLeft" fmla="*/ 0 w 23040"/>
                  <a:gd name="textAreaRight" fmla="*/ 23400 w 23040"/>
                  <a:gd name="textAreaTop" fmla="*/ 360 h 23040"/>
                  <a:gd name="textAreaBottom" fmla="*/ 23760 h 23040"/>
                </a:gdLst>
                <a:ahLst/>
                <a:cxnLst/>
                <a:rect l="textAreaLeft" t="textAreaTop" r="textAreaRight" b="textAreaBottom"/>
                <a:pathLst>
                  <a:path fill="none" w="942" h="943">
                    <a:moveTo>
                      <a:pt x="1" y="943"/>
                    </a:moveTo>
                    <a:lnTo>
                      <a:pt x="941" y="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 name="Google Shape;523;p17"/>
              <p:cNvSpPr/>
              <p:nvPr/>
            </p:nvSpPr>
            <p:spPr>
              <a:xfrm flipV="1">
                <a:off x="587880" y="4730040"/>
                <a:ext cx="360" cy="47880"/>
              </a:xfrm>
              <a:custGeom>
                <a:avLst/>
                <a:gdLst>
                  <a:gd name="textAreaLeft" fmla="*/ 0 w 360"/>
                  <a:gd name="textAreaRight" fmla="*/ 720 w 360"/>
                  <a:gd name="textAreaTop" fmla="*/ -360 h 47880"/>
                  <a:gd name="textAreaBottom" fmla="*/ 47880 h 47880"/>
                </a:gdLst>
                <a:ahLst/>
                <a:cxnLst/>
                <a:rect l="textAreaLeft" t="textAreaTop" r="textAreaRight" b="textAreaBottom"/>
                <a:pathLst>
                  <a:path w="1" h="1933">
                    <a:moveTo>
                      <a:pt x="0" y="1"/>
                    </a:moveTo>
                    <a:lnTo>
                      <a:pt x="0" y="1933"/>
                    </a:lnTo>
                  </a:path>
                </a:pathLst>
              </a:custGeom>
              <a:solidFill>
                <a:srgbClr val="e0e9f7"/>
              </a:solidFill>
              <a:ln w="9525">
                <a:solidFill>
                  <a:srgbClr val="000000"/>
                </a:solidFill>
                <a:round/>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 name="Google Shape;524;p17"/>
              <p:cNvSpPr/>
              <p:nvPr/>
            </p:nvSpPr>
            <p:spPr>
              <a:xfrm flipV="1">
                <a:off x="587880" y="4730040"/>
                <a:ext cx="360" cy="47880"/>
              </a:xfrm>
              <a:custGeom>
                <a:avLst/>
                <a:gdLst>
                  <a:gd name="textAreaLeft" fmla="*/ 0 w 360"/>
                  <a:gd name="textAreaRight" fmla="*/ 720 w 360"/>
                  <a:gd name="textAreaTop" fmla="*/ -360 h 47880"/>
                  <a:gd name="textAreaBottom" fmla="*/ 47880 h 47880"/>
                </a:gdLst>
                <a:ahLst/>
                <a:cxnLst/>
                <a:rect l="textAreaLeft" t="textAreaTop" r="textAreaRight" b="textAreaBottom"/>
                <a:pathLst>
                  <a:path fill="none" w="1" h="1933">
                    <a:moveTo>
                      <a:pt x="0" y="1"/>
                    </a:moveTo>
                    <a:lnTo>
                      <a:pt x="0" y="1933"/>
                    </a:lnTo>
                  </a:path>
                </a:pathLst>
              </a:custGeom>
              <a:noFill/>
              <a:ln w="4150">
                <a:solidFill>
                  <a:srgbClr val="000000"/>
                </a:solidFill>
                <a:miter/>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5" name="Google Shape;525;p17"/>
              <p:cNvSpPr/>
              <p:nvPr/>
            </p:nvSpPr>
            <p:spPr>
              <a:xfrm flipV="1">
                <a:off x="611640" y="4765320"/>
                <a:ext cx="23040" cy="23040"/>
              </a:xfrm>
              <a:custGeom>
                <a:avLst/>
                <a:gdLst>
                  <a:gd name="textAreaLeft" fmla="*/ 0 w 23040"/>
                  <a:gd name="textAreaRight" fmla="*/ 23400 w 23040"/>
                  <a:gd name="textAreaTop" fmla="*/ 360 h 23040"/>
                  <a:gd name="textAreaBottom" fmla="*/ 23760 h 23040"/>
                </a:gdLst>
                <a:ahLst/>
                <a:cxnLst/>
                <a:rect l="textAreaLeft" t="textAreaTop" r="textAreaRight" b="textAreaBottom"/>
                <a:pathLst>
                  <a:path w="942" h="942">
                    <a:moveTo>
                      <a:pt x="1" y="1"/>
                    </a:moveTo>
                    <a:lnTo>
                      <a:pt x="941" y="94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6" name="Google Shape;526;p17"/>
              <p:cNvSpPr/>
              <p:nvPr/>
            </p:nvSpPr>
            <p:spPr>
              <a:xfrm flipV="1">
                <a:off x="611640" y="4765320"/>
                <a:ext cx="23040" cy="23040"/>
              </a:xfrm>
              <a:custGeom>
                <a:avLst/>
                <a:gdLst>
                  <a:gd name="textAreaLeft" fmla="*/ 0 w 23040"/>
                  <a:gd name="textAreaRight" fmla="*/ 23400 w 23040"/>
                  <a:gd name="textAreaTop" fmla="*/ 360 h 23040"/>
                  <a:gd name="textAreaBottom" fmla="*/ 23760 h 23040"/>
                </a:gdLst>
                <a:ahLst/>
                <a:cxnLst/>
                <a:rect l="textAreaLeft" t="textAreaTop" r="textAreaRight" b="textAreaBottom"/>
                <a:pathLst>
                  <a:path fill="none" w="942" h="942">
                    <a:moveTo>
                      <a:pt x="1" y="1"/>
                    </a:moveTo>
                    <a:lnTo>
                      <a:pt x="941" y="94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7" name="Google Shape;527;p17"/>
              <p:cNvSpPr/>
              <p:nvPr/>
            </p:nvSpPr>
            <p:spPr>
              <a:xfrm flipV="1">
                <a:off x="505800" y="4812120"/>
                <a:ext cx="47880" cy="360"/>
              </a:xfrm>
              <a:custGeom>
                <a:avLst/>
                <a:gdLst>
                  <a:gd name="textAreaLeft" fmla="*/ 0 w 47880"/>
                  <a:gd name="textAreaRight" fmla="*/ 48240 w 47880"/>
                  <a:gd name="textAreaTop" fmla="*/ -360 h 360"/>
                  <a:gd name="textAreaBottom" fmla="*/ 360 h 360"/>
                </a:gdLst>
                <a:ahLst/>
                <a:cxnLst/>
                <a:rect l="textAreaLeft" t="textAreaTop" r="textAreaRight" b="textAreaBottom"/>
                <a:pathLst>
                  <a:path w="1932" h="1">
                    <a:moveTo>
                      <a:pt x="1931" y="0"/>
                    </a:moveTo>
                    <a:lnTo>
                      <a:pt x="0" y="0"/>
                    </a:lnTo>
                  </a:path>
                </a:pathLst>
              </a:custGeom>
              <a:solidFill>
                <a:srgbClr val="e0e9f7"/>
              </a:solidFill>
              <a:ln w="9525">
                <a:solidFill>
                  <a:srgbClr val="000000"/>
                </a:solidFill>
                <a:round/>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 name="Google Shape;528;p17"/>
              <p:cNvSpPr/>
              <p:nvPr/>
            </p:nvSpPr>
            <p:spPr>
              <a:xfrm flipV="1">
                <a:off x="505800" y="4812120"/>
                <a:ext cx="47880" cy="360"/>
              </a:xfrm>
              <a:custGeom>
                <a:avLst/>
                <a:gdLst>
                  <a:gd name="textAreaLeft" fmla="*/ 0 w 47880"/>
                  <a:gd name="textAreaRight" fmla="*/ 48240 w 47880"/>
                  <a:gd name="textAreaTop" fmla="*/ -360 h 360"/>
                  <a:gd name="textAreaBottom" fmla="*/ 360 h 360"/>
                </a:gdLst>
                <a:ahLst/>
                <a:cxnLst/>
                <a:rect l="textAreaLeft" t="textAreaTop" r="textAreaRight" b="textAreaBottom"/>
                <a:pathLst>
                  <a:path fill="none" w="1932" h="1">
                    <a:moveTo>
                      <a:pt x="1931" y="0"/>
                    </a:moveTo>
                    <a:lnTo>
                      <a:pt x="0" y="0"/>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 name="Google Shape;529;p17"/>
              <p:cNvSpPr/>
              <p:nvPr/>
            </p:nvSpPr>
            <p:spPr>
              <a:xfrm flipV="1">
                <a:off x="540360" y="4765320"/>
                <a:ext cx="23040" cy="23040"/>
              </a:xfrm>
              <a:custGeom>
                <a:avLst/>
                <a:gdLst>
                  <a:gd name="textAreaLeft" fmla="*/ 0 w 23040"/>
                  <a:gd name="textAreaRight" fmla="*/ 23400 w 23040"/>
                  <a:gd name="textAreaTop" fmla="*/ 360 h 23040"/>
                  <a:gd name="textAreaBottom" fmla="*/ 23760 h 23040"/>
                </a:gdLst>
                <a:ahLst/>
                <a:cxnLst/>
                <a:rect l="textAreaLeft" t="textAreaTop" r="textAreaRight" b="textAreaBottom"/>
                <a:pathLst>
                  <a:path w="943" h="942">
                    <a:moveTo>
                      <a:pt x="943" y="1"/>
                    </a:moveTo>
                    <a:lnTo>
                      <a:pt x="1" y="94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 name="Google Shape;530;p17"/>
              <p:cNvSpPr/>
              <p:nvPr/>
            </p:nvSpPr>
            <p:spPr>
              <a:xfrm flipV="1">
                <a:off x="540360" y="4765320"/>
                <a:ext cx="23040" cy="23040"/>
              </a:xfrm>
              <a:custGeom>
                <a:avLst/>
                <a:gdLst>
                  <a:gd name="textAreaLeft" fmla="*/ 0 w 23040"/>
                  <a:gd name="textAreaRight" fmla="*/ 23400 w 23040"/>
                  <a:gd name="textAreaTop" fmla="*/ 360 h 23040"/>
                  <a:gd name="textAreaBottom" fmla="*/ 23760 h 23040"/>
                </a:gdLst>
                <a:ahLst/>
                <a:cxnLst/>
                <a:rect l="textAreaLeft" t="textAreaTop" r="textAreaRight" b="textAreaBottom"/>
                <a:pathLst>
                  <a:path fill="none" w="943" h="942">
                    <a:moveTo>
                      <a:pt x="943" y="1"/>
                    </a:moveTo>
                    <a:lnTo>
                      <a:pt x="1" y="94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1" name="Google Shape;531;p17"/>
              <p:cNvSpPr/>
              <p:nvPr/>
            </p:nvSpPr>
            <p:spPr>
              <a:xfrm flipV="1">
                <a:off x="540360" y="4836600"/>
                <a:ext cx="23040" cy="23040"/>
              </a:xfrm>
              <a:custGeom>
                <a:avLst/>
                <a:gdLst>
                  <a:gd name="textAreaLeft" fmla="*/ 0 w 23040"/>
                  <a:gd name="textAreaRight" fmla="*/ 23400 w 23040"/>
                  <a:gd name="textAreaTop" fmla="*/ 360 h 23040"/>
                  <a:gd name="textAreaBottom" fmla="*/ 23760 h 23040"/>
                </a:gdLst>
                <a:ahLst/>
                <a:cxnLst/>
                <a:rect l="textAreaLeft" t="textAreaTop" r="textAreaRight" b="textAreaBottom"/>
                <a:pathLst>
                  <a:path w="943" h="943">
                    <a:moveTo>
                      <a:pt x="943" y="943"/>
                    </a:moveTo>
                    <a:lnTo>
                      <a:pt x="1" y="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2" name="Google Shape;532;p17"/>
              <p:cNvSpPr/>
              <p:nvPr/>
            </p:nvSpPr>
            <p:spPr>
              <a:xfrm flipV="1">
                <a:off x="540360" y="4836600"/>
                <a:ext cx="23040" cy="23040"/>
              </a:xfrm>
              <a:custGeom>
                <a:avLst/>
                <a:gdLst>
                  <a:gd name="textAreaLeft" fmla="*/ 0 w 23040"/>
                  <a:gd name="textAreaRight" fmla="*/ 23400 w 23040"/>
                  <a:gd name="textAreaTop" fmla="*/ 360 h 23040"/>
                  <a:gd name="textAreaBottom" fmla="*/ 23760 h 23040"/>
                </a:gdLst>
                <a:ahLst/>
                <a:cxnLst/>
                <a:rect l="textAreaLeft" t="textAreaTop" r="textAreaRight" b="textAreaBottom"/>
                <a:pathLst>
                  <a:path fill="none" w="943" h="943">
                    <a:moveTo>
                      <a:pt x="943" y="943"/>
                    </a:moveTo>
                    <a:lnTo>
                      <a:pt x="1" y="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73" name="Google Shape;533;p17"/>
            <p:cNvSpPr/>
            <p:nvPr/>
          </p:nvSpPr>
          <p:spPr>
            <a:xfrm flipV="1">
              <a:off x="5643000" y="4784760"/>
              <a:ext cx="163440" cy="163440"/>
            </a:xfrm>
            <a:custGeom>
              <a:avLst/>
              <a:gdLst>
                <a:gd name="textAreaLeft" fmla="*/ 0 w 163440"/>
                <a:gd name="textAreaRight" fmla="*/ 163800 w 163440"/>
                <a:gd name="textAreaTop" fmla="*/ 360 h 163440"/>
                <a:gd name="textAreaBottom" fmla="*/ 164160 h 163440"/>
              </a:gdLst>
              <a:ahLst/>
              <a:cxnLst/>
              <a:rect l="textAreaLeft" t="textAreaTop" r="textAreaRight" b="textAreaBottom"/>
              <a:pathLst>
                <a:path w="6555" h="6554">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w="4150">
              <a:solidFill>
                <a:srgbClr val="000000"/>
              </a:solidFill>
              <a:miter/>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4" name="Google Shape;534;p17"/>
            <p:cNvSpPr/>
            <p:nvPr/>
          </p:nvSpPr>
          <p:spPr>
            <a:xfrm flipV="1">
              <a:off x="426240" y="267480"/>
              <a:ext cx="163440" cy="163440"/>
            </a:xfrm>
            <a:custGeom>
              <a:avLst/>
              <a:gdLst>
                <a:gd name="textAreaLeft" fmla="*/ 0 w 163440"/>
                <a:gd name="textAreaRight" fmla="*/ 163800 w 163440"/>
                <a:gd name="textAreaTop" fmla="*/ 360 h 163440"/>
                <a:gd name="textAreaBottom" fmla="*/ 164160 h 163440"/>
              </a:gdLst>
              <a:ahLst/>
              <a:cxnLst/>
              <a:rect l="textAreaLeft" t="textAreaTop" r="textAreaRight" b="textAreaBottom"/>
              <a:pathLst>
                <a:path w="6554" h="6555">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w="4150">
              <a:solidFill>
                <a:srgbClr val="000000"/>
              </a:solidFill>
              <a:miter/>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 name="Google Shape;535;p17"/>
            <p:cNvSpPr/>
            <p:nvPr/>
          </p:nvSpPr>
          <p:spPr>
            <a:xfrm flipV="1">
              <a:off x="8680680" y="878760"/>
              <a:ext cx="163440" cy="163440"/>
            </a:xfrm>
            <a:custGeom>
              <a:avLst/>
              <a:gdLst>
                <a:gd name="textAreaLeft" fmla="*/ 0 w 163440"/>
                <a:gd name="textAreaRight" fmla="*/ 163800 w 163440"/>
                <a:gd name="textAreaTop" fmla="*/ 360 h 163440"/>
                <a:gd name="textAreaBottom" fmla="*/ 164160 h 163440"/>
              </a:gdLst>
              <a:ahLst/>
              <a:cxnLst/>
              <a:rect l="textAreaLeft" t="textAreaTop" r="textAreaRight" b="textAreaBottom"/>
              <a:pathLst>
                <a:path w="6555" h="6554">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w="4150">
              <a:solidFill>
                <a:srgbClr val="000000"/>
              </a:solidFill>
              <a:miter/>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 name="Google Shape;536;p17"/>
            <p:cNvSpPr/>
            <p:nvPr/>
          </p:nvSpPr>
          <p:spPr>
            <a:xfrm flipV="1">
              <a:off x="316080" y="2666880"/>
              <a:ext cx="39240" cy="38880"/>
            </a:xfrm>
            <a:custGeom>
              <a:avLst/>
              <a:gdLst>
                <a:gd name="textAreaLeft" fmla="*/ 0 w 39240"/>
                <a:gd name="textAreaRight" fmla="*/ 39600 w 39240"/>
                <a:gd name="textAreaTop" fmla="*/ 360 h 38880"/>
                <a:gd name="textAreaBottom" fmla="*/ 39600 h 38880"/>
              </a:gdLst>
              <a:ahLst/>
              <a:cxnLst/>
              <a:rect l="textAreaLeft" t="textAreaTop" r="textAreaRight" b="textAreaBottom"/>
              <a:pathLst>
                <a:path w="812" h="811">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 name="Google Shape;537;p17"/>
            <p:cNvSpPr/>
            <p:nvPr/>
          </p:nvSpPr>
          <p:spPr>
            <a:xfrm flipV="1">
              <a:off x="6732360" y="4730760"/>
              <a:ext cx="39240" cy="38880"/>
            </a:xfrm>
            <a:custGeom>
              <a:avLst/>
              <a:gdLst>
                <a:gd name="textAreaLeft" fmla="*/ 0 w 39240"/>
                <a:gd name="textAreaRight" fmla="*/ 39600 w 39240"/>
                <a:gd name="textAreaTop" fmla="*/ 360 h 38880"/>
                <a:gd name="textAreaBottom" fmla="*/ 39600 h 38880"/>
              </a:gdLst>
              <a:ahLst/>
              <a:cxnLst/>
              <a:rect l="textAreaLeft" t="textAreaTop" r="textAreaRight" b="textAreaBottom"/>
              <a:pathLst>
                <a:path w="812" h="811">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 name="Google Shape;538;p17"/>
            <p:cNvSpPr/>
            <p:nvPr/>
          </p:nvSpPr>
          <p:spPr>
            <a:xfrm flipV="1">
              <a:off x="8742960" y="227880"/>
              <a:ext cx="39240" cy="38880"/>
            </a:xfrm>
            <a:custGeom>
              <a:avLst/>
              <a:gdLst>
                <a:gd name="textAreaLeft" fmla="*/ 0 w 39240"/>
                <a:gd name="textAreaRight" fmla="*/ 39600 w 39240"/>
                <a:gd name="textAreaTop" fmla="*/ 360 h 38880"/>
                <a:gd name="textAreaBottom" fmla="*/ 39600 h 38880"/>
              </a:gdLst>
              <a:ahLst/>
              <a:cxnLst/>
              <a:rect l="textAreaLeft" t="textAreaTop" r="textAreaRight" b="textAreaBottom"/>
              <a:pathLst>
                <a:path w="812" h="811">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79" name="Google Shape;539;p17"/>
            <p:cNvGrpSpPr/>
            <p:nvPr/>
          </p:nvGrpSpPr>
          <p:grpSpPr>
            <a:xfrm>
              <a:off x="2730960" y="197640"/>
              <a:ext cx="163440" cy="163440"/>
              <a:chOff x="2730960" y="197640"/>
              <a:chExt cx="163440" cy="163440"/>
            </a:xfrm>
          </p:grpSpPr>
          <p:sp>
            <p:nvSpPr>
              <p:cNvPr id="80" name="Google Shape;540;p17"/>
              <p:cNvSpPr/>
              <p:nvPr/>
            </p:nvSpPr>
            <p:spPr>
              <a:xfrm flipV="1">
                <a:off x="2812680" y="312840"/>
                <a:ext cx="360" cy="47880"/>
              </a:xfrm>
              <a:custGeom>
                <a:avLst/>
                <a:gdLst>
                  <a:gd name="textAreaLeft" fmla="*/ 0 w 360"/>
                  <a:gd name="textAreaRight" fmla="*/ 720 w 360"/>
                  <a:gd name="textAreaTop" fmla="*/ -360 h 47880"/>
                  <a:gd name="textAreaBottom" fmla="*/ 47880 h 47880"/>
                </a:gdLst>
                <a:ahLst/>
                <a:cxnLst/>
                <a:rect l="textAreaLeft" t="textAreaTop" r="textAreaRight" b="textAreaBottom"/>
                <a:pathLst>
                  <a:path w="1" h="1932">
                    <a:moveTo>
                      <a:pt x="0" y="1931"/>
                    </a:moveTo>
                    <a:lnTo>
                      <a:pt x="0" y="0"/>
                    </a:lnTo>
                  </a:path>
                </a:pathLst>
              </a:custGeom>
              <a:solidFill>
                <a:srgbClr val="e0e9f7"/>
              </a:solidFill>
              <a:ln w="9525">
                <a:solidFill>
                  <a:srgbClr val="000000"/>
                </a:solidFill>
                <a:round/>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1" name="Google Shape;541;p17"/>
              <p:cNvSpPr/>
              <p:nvPr/>
            </p:nvSpPr>
            <p:spPr>
              <a:xfrm flipV="1">
                <a:off x="2812680" y="312840"/>
                <a:ext cx="360" cy="47880"/>
              </a:xfrm>
              <a:custGeom>
                <a:avLst/>
                <a:gdLst>
                  <a:gd name="textAreaLeft" fmla="*/ 0 w 360"/>
                  <a:gd name="textAreaRight" fmla="*/ 720 w 360"/>
                  <a:gd name="textAreaTop" fmla="*/ -360 h 47880"/>
                  <a:gd name="textAreaBottom" fmla="*/ 47880 h 47880"/>
                </a:gdLst>
                <a:ahLst/>
                <a:cxnLst/>
                <a:rect l="textAreaLeft" t="textAreaTop" r="textAreaRight" b="textAreaBottom"/>
                <a:pathLst>
                  <a:path fill="none" w="1" h="1932">
                    <a:moveTo>
                      <a:pt x="0" y="1931"/>
                    </a:moveTo>
                    <a:lnTo>
                      <a:pt x="0" y="0"/>
                    </a:lnTo>
                  </a:path>
                </a:pathLst>
              </a:custGeom>
              <a:noFill/>
              <a:ln w="4150">
                <a:solidFill>
                  <a:srgbClr val="000000"/>
                </a:solidFill>
                <a:miter/>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2" name="Google Shape;542;p17"/>
              <p:cNvSpPr/>
              <p:nvPr/>
            </p:nvSpPr>
            <p:spPr>
              <a:xfrm flipV="1">
                <a:off x="2846520" y="279360"/>
                <a:ext cx="47880" cy="360"/>
              </a:xfrm>
              <a:custGeom>
                <a:avLst/>
                <a:gdLst>
                  <a:gd name="textAreaLeft" fmla="*/ 0 w 47880"/>
                  <a:gd name="textAreaRight" fmla="*/ 48240 w 47880"/>
                  <a:gd name="textAreaTop" fmla="*/ -360 h 360"/>
                  <a:gd name="textAreaBottom" fmla="*/ 360 h 360"/>
                </a:gdLst>
                <a:ahLst/>
                <a:cxnLst/>
                <a:rect l="textAreaLeft" t="textAreaTop" r="textAreaRight" b="textAreaBottom"/>
                <a:pathLst>
                  <a:path w="1933" h="1">
                    <a:moveTo>
                      <a:pt x="1" y="0"/>
                    </a:moveTo>
                    <a:lnTo>
                      <a:pt x="1933" y="0"/>
                    </a:lnTo>
                  </a:path>
                </a:pathLst>
              </a:custGeom>
              <a:solidFill>
                <a:srgbClr val="e0e9f7"/>
              </a:solidFill>
              <a:ln w="9525">
                <a:solidFill>
                  <a:srgbClr val="000000"/>
                </a:solidFill>
                <a:round/>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 name="Google Shape;543;p17"/>
              <p:cNvSpPr/>
              <p:nvPr/>
            </p:nvSpPr>
            <p:spPr>
              <a:xfrm flipV="1">
                <a:off x="2846520" y="279360"/>
                <a:ext cx="47880" cy="360"/>
              </a:xfrm>
              <a:custGeom>
                <a:avLst/>
                <a:gdLst>
                  <a:gd name="textAreaLeft" fmla="*/ 0 w 47880"/>
                  <a:gd name="textAreaRight" fmla="*/ 48240 w 47880"/>
                  <a:gd name="textAreaTop" fmla="*/ -360 h 360"/>
                  <a:gd name="textAreaBottom" fmla="*/ 360 h 360"/>
                </a:gdLst>
                <a:ahLst/>
                <a:cxnLst/>
                <a:rect l="textAreaLeft" t="textAreaTop" r="textAreaRight" b="textAreaBottom"/>
                <a:pathLst>
                  <a:path fill="none" w="1933" h="1">
                    <a:moveTo>
                      <a:pt x="1" y="0"/>
                    </a:moveTo>
                    <a:lnTo>
                      <a:pt x="1933" y="0"/>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4" name="Google Shape;544;p17"/>
              <p:cNvSpPr/>
              <p:nvPr/>
            </p:nvSpPr>
            <p:spPr>
              <a:xfrm flipV="1">
                <a:off x="2836440" y="303840"/>
                <a:ext cx="23040" cy="23040"/>
              </a:xfrm>
              <a:custGeom>
                <a:avLst/>
                <a:gdLst>
                  <a:gd name="textAreaLeft" fmla="*/ 0 w 23040"/>
                  <a:gd name="textAreaRight" fmla="*/ 23400 w 23040"/>
                  <a:gd name="textAreaTop" fmla="*/ 360 h 23040"/>
                  <a:gd name="textAreaBottom" fmla="*/ 23760 h 23040"/>
                </a:gdLst>
                <a:ahLst/>
                <a:cxnLst/>
                <a:rect l="textAreaLeft" t="textAreaTop" r="textAreaRight" b="textAreaBottom"/>
                <a:pathLst>
                  <a:path w="942" h="943">
                    <a:moveTo>
                      <a:pt x="1" y="943"/>
                    </a:moveTo>
                    <a:lnTo>
                      <a:pt x="941" y="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5" name="Google Shape;545;p17"/>
              <p:cNvSpPr/>
              <p:nvPr/>
            </p:nvSpPr>
            <p:spPr>
              <a:xfrm flipV="1">
                <a:off x="2836440" y="303840"/>
                <a:ext cx="23040" cy="23040"/>
              </a:xfrm>
              <a:custGeom>
                <a:avLst/>
                <a:gdLst>
                  <a:gd name="textAreaLeft" fmla="*/ 0 w 23040"/>
                  <a:gd name="textAreaRight" fmla="*/ 23400 w 23040"/>
                  <a:gd name="textAreaTop" fmla="*/ 360 h 23040"/>
                  <a:gd name="textAreaBottom" fmla="*/ 23760 h 23040"/>
                </a:gdLst>
                <a:ahLst/>
                <a:cxnLst/>
                <a:rect l="textAreaLeft" t="textAreaTop" r="textAreaRight" b="textAreaBottom"/>
                <a:pathLst>
                  <a:path fill="none" w="942" h="943">
                    <a:moveTo>
                      <a:pt x="1" y="943"/>
                    </a:moveTo>
                    <a:lnTo>
                      <a:pt x="941" y="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6" name="Google Shape;546;p17"/>
              <p:cNvSpPr/>
              <p:nvPr/>
            </p:nvSpPr>
            <p:spPr>
              <a:xfrm flipV="1">
                <a:off x="2812680" y="197280"/>
                <a:ext cx="360" cy="47880"/>
              </a:xfrm>
              <a:custGeom>
                <a:avLst/>
                <a:gdLst>
                  <a:gd name="textAreaLeft" fmla="*/ 0 w 360"/>
                  <a:gd name="textAreaRight" fmla="*/ 720 w 360"/>
                  <a:gd name="textAreaTop" fmla="*/ -360 h 47880"/>
                  <a:gd name="textAreaBottom" fmla="*/ 47880 h 47880"/>
                </a:gdLst>
                <a:ahLst/>
                <a:cxnLst/>
                <a:rect l="textAreaLeft" t="textAreaTop" r="textAreaRight" b="textAreaBottom"/>
                <a:pathLst>
                  <a:path w="1" h="1933">
                    <a:moveTo>
                      <a:pt x="0" y="1"/>
                    </a:moveTo>
                    <a:lnTo>
                      <a:pt x="0" y="1933"/>
                    </a:lnTo>
                  </a:path>
                </a:pathLst>
              </a:custGeom>
              <a:solidFill>
                <a:srgbClr val="e0e9f7"/>
              </a:solidFill>
              <a:ln w="9525">
                <a:solidFill>
                  <a:srgbClr val="000000"/>
                </a:solidFill>
                <a:round/>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7" name="Google Shape;547;p17"/>
              <p:cNvSpPr/>
              <p:nvPr/>
            </p:nvSpPr>
            <p:spPr>
              <a:xfrm flipV="1">
                <a:off x="2812680" y="197280"/>
                <a:ext cx="360" cy="47880"/>
              </a:xfrm>
              <a:custGeom>
                <a:avLst/>
                <a:gdLst>
                  <a:gd name="textAreaLeft" fmla="*/ 0 w 360"/>
                  <a:gd name="textAreaRight" fmla="*/ 720 w 360"/>
                  <a:gd name="textAreaTop" fmla="*/ -360 h 47880"/>
                  <a:gd name="textAreaBottom" fmla="*/ 47880 h 47880"/>
                </a:gdLst>
                <a:ahLst/>
                <a:cxnLst/>
                <a:rect l="textAreaLeft" t="textAreaTop" r="textAreaRight" b="textAreaBottom"/>
                <a:pathLst>
                  <a:path fill="none" w="1" h="1933">
                    <a:moveTo>
                      <a:pt x="0" y="1"/>
                    </a:moveTo>
                    <a:lnTo>
                      <a:pt x="0" y="1933"/>
                    </a:lnTo>
                  </a:path>
                </a:pathLst>
              </a:custGeom>
              <a:noFill/>
              <a:ln w="4150">
                <a:solidFill>
                  <a:srgbClr val="000000"/>
                </a:solidFill>
                <a:miter/>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8" name="Google Shape;548;p17"/>
              <p:cNvSpPr/>
              <p:nvPr/>
            </p:nvSpPr>
            <p:spPr>
              <a:xfrm flipV="1">
                <a:off x="2836440" y="232560"/>
                <a:ext cx="23040" cy="23040"/>
              </a:xfrm>
              <a:custGeom>
                <a:avLst/>
                <a:gdLst>
                  <a:gd name="textAreaLeft" fmla="*/ 0 w 23040"/>
                  <a:gd name="textAreaRight" fmla="*/ 23400 w 23040"/>
                  <a:gd name="textAreaTop" fmla="*/ 360 h 23040"/>
                  <a:gd name="textAreaBottom" fmla="*/ 23760 h 23040"/>
                </a:gdLst>
                <a:ahLst/>
                <a:cxnLst/>
                <a:rect l="textAreaLeft" t="textAreaTop" r="textAreaRight" b="textAreaBottom"/>
                <a:pathLst>
                  <a:path w="942" h="942">
                    <a:moveTo>
                      <a:pt x="1" y="1"/>
                    </a:moveTo>
                    <a:lnTo>
                      <a:pt x="941" y="94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9" name="Google Shape;549;p17"/>
              <p:cNvSpPr/>
              <p:nvPr/>
            </p:nvSpPr>
            <p:spPr>
              <a:xfrm flipV="1">
                <a:off x="2836440" y="232560"/>
                <a:ext cx="23040" cy="23040"/>
              </a:xfrm>
              <a:custGeom>
                <a:avLst/>
                <a:gdLst>
                  <a:gd name="textAreaLeft" fmla="*/ 0 w 23040"/>
                  <a:gd name="textAreaRight" fmla="*/ 23400 w 23040"/>
                  <a:gd name="textAreaTop" fmla="*/ 360 h 23040"/>
                  <a:gd name="textAreaBottom" fmla="*/ 23760 h 23040"/>
                </a:gdLst>
                <a:ahLst/>
                <a:cxnLst/>
                <a:rect l="textAreaLeft" t="textAreaTop" r="textAreaRight" b="textAreaBottom"/>
                <a:pathLst>
                  <a:path fill="none" w="942" h="942">
                    <a:moveTo>
                      <a:pt x="1" y="1"/>
                    </a:moveTo>
                    <a:lnTo>
                      <a:pt x="941" y="94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0" name="Google Shape;550;p17"/>
              <p:cNvSpPr/>
              <p:nvPr/>
            </p:nvSpPr>
            <p:spPr>
              <a:xfrm flipV="1">
                <a:off x="2730960" y="279360"/>
                <a:ext cx="47880" cy="360"/>
              </a:xfrm>
              <a:custGeom>
                <a:avLst/>
                <a:gdLst>
                  <a:gd name="textAreaLeft" fmla="*/ 0 w 47880"/>
                  <a:gd name="textAreaRight" fmla="*/ 48240 w 47880"/>
                  <a:gd name="textAreaTop" fmla="*/ -360 h 360"/>
                  <a:gd name="textAreaBottom" fmla="*/ 360 h 360"/>
                </a:gdLst>
                <a:ahLst/>
                <a:cxnLst/>
                <a:rect l="textAreaLeft" t="textAreaTop" r="textAreaRight" b="textAreaBottom"/>
                <a:pathLst>
                  <a:path w="1932" h="1">
                    <a:moveTo>
                      <a:pt x="1931" y="0"/>
                    </a:moveTo>
                    <a:lnTo>
                      <a:pt x="0" y="0"/>
                    </a:lnTo>
                  </a:path>
                </a:pathLst>
              </a:custGeom>
              <a:solidFill>
                <a:srgbClr val="e0e9f7"/>
              </a:solidFill>
              <a:ln w="9525">
                <a:solidFill>
                  <a:srgbClr val="000000"/>
                </a:solidFill>
                <a:round/>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1" name="Google Shape;551;p17"/>
              <p:cNvSpPr/>
              <p:nvPr/>
            </p:nvSpPr>
            <p:spPr>
              <a:xfrm flipV="1">
                <a:off x="2730960" y="279360"/>
                <a:ext cx="47880" cy="360"/>
              </a:xfrm>
              <a:custGeom>
                <a:avLst/>
                <a:gdLst>
                  <a:gd name="textAreaLeft" fmla="*/ 0 w 47880"/>
                  <a:gd name="textAreaRight" fmla="*/ 48240 w 47880"/>
                  <a:gd name="textAreaTop" fmla="*/ -360 h 360"/>
                  <a:gd name="textAreaBottom" fmla="*/ 360 h 360"/>
                </a:gdLst>
                <a:ahLst/>
                <a:cxnLst/>
                <a:rect l="textAreaLeft" t="textAreaTop" r="textAreaRight" b="textAreaBottom"/>
                <a:pathLst>
                  <a:path fill="none" w="1932" h="1">
                    <a:moveTo>
                      <a:pt x="1931" y="0"/>
                    </a:moveTo>
                    <a:lnTo>
                      <a:pt x="0" y="0"/>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2" name="Google Shape;552;p17"/>
              <p:cNvSpPr/>
              <p:nvPr/>
            </p:nvSpPr>
            <p:spPr>
              <a:xfrm flipV="1">
                <a:off x="2765520" y="232560"/>
                <a:ext cx="23040" cy="23040"/>
              </a:xfrm>
              <a:custGeom>
                <a:avLst/>
                <a:gdLst>
                  <a:gd name="textAreaLeft" fmla="*/ 0 w 23040"/>
                  <a:gd name="textAreaRight" fmla="*/ 23400 w 23040"/>
                  <a:gd name="textAreaTop" fmla="*/ 360 h 23040"/>
                  <a:gd name="textAreaBottom" fmla="*/ 23760 h 23040"/>
                </a:gdLst>
                <a:ahLst/>
                <a:cxnLst/>
                <a:rect l="textAreaLeft" t="textAreaTop" r="textAreaRight" b="textAreaBottom"/>
                <a:pathLst>
                  <a:path w="943" h="942">
                    <a:moveTo>
                      <a:pt x="943" y="1"/>
                    </a:moveTo>
                    <a:lnTo>
                      <a:pt x="1" y="94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3" name="Google Shape;553;p17"/>
              <p:cNvSpPr/>
              <p:nvPr/>
            </p:nvSpPr>
            <p:spPr>
              <a:xfrm flipV="1">
                <a:off x="2765520" y="232560"/>
                <a:ext cx="23040" cy="23040"/>
              </a:xfrm>
              <a:custGeom>
                <a:avLst/>
                <a:gdLst>
                  <a:gd name="textAreaLeft" fmla="*/ 0 w 23040"/>
                  <a:gd name="textAreaRight" fmla="*/ 23400 w 23040"/>
                  <a:gd name="textAreaTop" fmla="*/ 360 h 23040"/>
                  <a:gd name="textAreaBottom" fmla="*/ 23760 h 23040"/>
                </a:gdLst>
                <a:ahLst/>
                <a:cxnLst/>
                <a:rect l="textAreaLeft" t="textAreaTop" r="textAreaRight" b="textAreaBottom"/>
                <a:pathLst>
                  <a:path fill="none" w="943" h="942">
                    <a:moveTo>
                      <a:pt x="943" y="1"/>
                    </a:moveTo>
                    <a:lnTo>
                      <a:pt x="1" y="94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 name="Google Shape;554;p17"/>
              <p:cNvSpPr/>
              <p:nvPr/>
            </p:nvSpPr>
            <p:spPr>
              <a:xfrm flipV="1">
                <a:off x="2765520" y="303840"/>
                <a:ext cx="23040" cy="23040"/>
              </a:xfrm>
              <a:custGeom>
                <a:avLst/>
                <a:gdLst>
                  <a:gd name="textAreaLeft" fmla="*/ 0 w 23040"/>
                  <a:gd name="textAreaRight" fmla="*/ 23400 w 23040"/>
                  <a:gd name="textAreaTop" fmla="*/ 360 h 23040"/>
                  <a:gd name="textAreaBottom" fmla="*/ 23760 h 23040"/>
                </a:gdLst>
                <a:ahLst/>
                <a:cxnLst/>
                <a:rect l="textAreaLeft" t="textAreaTop" r="textAreaRight" b="textAreaBottom"/>
                <a:pathLst>
                  <a:path w="943" h="943">
                    <a:moveTo>
                      <a:pt x="943" y="943"/>
                    </a:moveTo>
                    <a:lnTo>
                      <a:pt x="1" y="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5" name="Google Shape;555;p17"/>
              <p:cNvSpPr/>
              <p:nvPr/>
            </p:nvSpPr>
            <p:spPr>
              <a:xfrm flipV="1">
                <a:off x="2765520" y="303840"/>
                <a:ext cx="23040" cy="23040"/>
              </a:xfrm>
              <a:custGeom>
                <a:avLst/>
                <a:gdLst>
                  <a:gd name="textAreaLeft" fmla="*/ 0 w 23040"/>
                  <a:gd name="textAreaRight" fmla="*/ 23400 w 23040"/>
                  <a:gd name="textAreaTop" fmla="*/ 360 h 23040"/>
                  <a:gd name="textAreaBottom" fmla="*/ 23760 h 23040"/>
                </a:gdLst>
                <a:ahLst/>
                <a:cxnLst/>
                <a:rect l="textAreaLeft" t="textAreaTop" r="textAreaRight" b="textAreaBottom"/>
                <a:pathLst>
                  <a:path fill="none" w="943" h="943">
                    <a:moveTo>
                      <a:pt x="943" y="943"/>
                    </a:moveTo>
                    <a:lnTo>
                      <a:pt x="1" y="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96" name="Google Shape;556;p17"/>
            <p:cNvSpPr/>
            <p:nvPr/>
          </p:nvSpPr>
          <p:spPr>
            <a:xfrm flipV="1">
              <a:off x="8844480" y="3499200"/>
              <a:ext cx="39240" cy="38880"/>
            </a:xfrm>
            <a:custGeom>
              <a:avLst/>
              <a:gdLst>
                <a:gd name="textAreaLeft" fmla="*/ 0 w 39240"/>
                <a:gd name="textAreaRight" fmla="*/ 39600 w 39240"/>
                <a:gd name="textAreaTop" fmla="*/ 360 h 38880"/>
                <a:gd name="textAreaBottom" fmla="*/ 39600 h 38880"/>
              </a:gdLst>
              <a:ahLst/>
              <a:cxnLst/>
              <a:rect l="textAreaLeft" t="textAreaTop" r="textAreaRight" b="textAreaBottom"/>
              <a:pathLst>
                <a:path w="812" h="811">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97" name="PlaceHolder 2"/>
          <p:cNvSpPr>
            <a:spLocks noGrp="1"/>
          </p:cNvSpPr>
          <p:nvPr>
            <p:ph type="body"/>
          </p:nvPr>
        </p:nvSpPr>
        <p:spPr>
          <a:xfrm>
            <a:off x="721800" y="599400"/>
            <a:ext cx="2740320" cy="3944520"/>
          </a:xfrm>
          <a:prstGeom prst="rect">
            <a:avLst/>
          </a:prstGeom>
          <a:noFill/>
          <a:ln w="0">
            <a:noFill/>
          </a:ln>
        </p:spPr>
        <p:txBody>
          <a:bodyPr lIns="90000" rIns="90000" tIns="45000" bIns="45000" anchor="t">
            <a:normAutofit fontScale="40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grpSp>
        <p:nvGrpSpPr>
          <p:cNvPr id="98" name="Google Shape;734;p22"/>
          <p:cNvGrpSpPr/>
          <p:nvPr/>
        </p:nvGrpSpPr>
        <p:grpSpPr>
          <a:xfrm>
            <a:off x="0" y="272880"/>
            <a:ext cx="9140760" cy="4669920"/>
            <a:chOff x="0" y="272880"/>
            <a:chExt cx="9140760" cy="4669920"/>
          </a:xfrm>
        </p:grpSpPr>
        <p:sp>
          <p:nvSpPr>
            <p:cNvPr id="99" name="Google Shape;735;p22"/>
            <p:cNvSpPr/>
            <p:nvPr/>
          </p:nvSpPr>
          <p:spPr>
            <a:xfrm>
              <a:off x="500040" y="4732560"/>
              <a:ext cx="150120" cy="180360"/>
            </a:xfrm>
            <a:custGeom>
              <a:avLst/>
              <a:gdLst>
                <a:gd name="textAreaLeft" fmla="*/ 0 w 150120"/>
                <a:gd name="textAreaRight" fmla="*/ 150480 w 150120"/>
                <a:gd name="textAreaTop" fmla="*/ 0 h 180360"/>
                <a:gd name="textAreaBottom" fmla="*/ 180720 h 180360"/>
              </a:gdLst>
              <a:ahLst/>
              <a:cxnLst/>
              <a:rect l="textAreaLeft" t="textAreaTop" r="textAreaRight" b="textAreaBottom"/>
              <a:pathLst>
                <a:path w="6013" h="722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w="4150">
              <a:solidFill>
                <a:srgbClr val="000000"/>
              </a:solidFill>
              <a:miter/>
            </a:ln>
          </p:spPr>
          <p:style>
            <a:lnRef idx="0"/>
            <a:fillRef idx="0"/>
            <a:effectRef idx="0"/>
            <a:fontRef idx="minor"/>
          </p:style>
          <p:txBody>
            <a:bodyPr tIns="90360" bIns="90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0" name="Google Shape;736;p22"/>
            <p:cNvSpPr/>
            <p:nvPr/>
          </p:nvSpPr>
          <p:spPr>
            <a:xfrm>
              <a:off x="472320" y="335880"/>
              <a:ext cx="205200" cy="109440"/>
            </a:xfrm>
            <a:custGeom>
              <a:avLst/>
              <a:gdLst>
                <a:gd name="textAreaLeft" fmla="*/ 0 w 205200"/>
                <a:gd name="textAreaRight" fmla="*/ 205560 w 205200"/>
                <a:gd name="textAreaTop" fmla="*/ 0 h 109440"/>
                <a:gd name="textAreaBottom" fmla="*/ 109800 h 109440"/>
              </a:gdLst>
              <a:ahLst/>
              <a:cxnLst/>
              <a:rect l="textAreaLeft" t="textAreaTop" r="textAreaRight" b="textAreaBottom"/>
              <a:pathLst>
                <a:path w="8222" h="4398">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w="4150">
              <a:solidFill>
                <a:srgbClr val="000000"/>
              </a:solidFill>
              <a:miter/>
            </a:ln>
          </p:spPr>
          <p:style>
            <a:lnRef idx="0"/>
            <a:fillRef idx="0"/>
            <a:effectRef idx="0"/>
            <a:fontRef idx="minor"/>
          </p:style>
          <p:txBody>
            <a:bodyPr tIns="54720" bIns="54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1" name="Google Shape;737;p22"/>
            <p:cNvSpPr/>
            <p:nvPr/>
          </p:nvSpPr>
          <p:spPr>
            <a:xfrm>
              <a:off x="8977320" y="1602720"/>
              <a:ext cx="163440" cy="163440"/>
            </a:xfrm>
            <a:custGeom>
              <a:avLst/>
              <a:gdLst>
                <a:gd name="textAreaLeft" fmla="*/ 0 w 163440"/>
                <a:gd name="textAreaRight" fmla="*/ 163800 w 163440"/>
                <a:gd name="textAreaTop" fmla="*/ 0 h 163440"/>
                <a:gd name="textAreaBottom" fmla="*/ 163800 h 163440"/>
              </a:gdLst>
              <a:ahLst/>
              <a:cxnLst/>
              <a:rect l="textAreaLeft" t="textAreaTop" r="textAreaRight" b="textAreaBottom"/>
              <a:pathLst>
                <a:path w="6555" h="6554">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w="4150">
              <a:solidFill>
                <a:srgbClr val="000000"/>
              </a:solidFill>
              <a:miter/>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02" name="Google Shape;738;p22"/>
            <p:cNvGrpSpPr/>
            <p:nvPr/>
          </p:nvGrpSpPr>
          <p:grpSpPr>
            <a:xfrm>
              <a:off x="4139280" y="272880"/>
              <a:ext cx="163440" cy="163440"/>
              <a:chOff x="4139280" y="272880"/>
              <a:chExt cx="163440" cy="163440"/>
            </a:xfrm>
          </p:grpSpPr>
          <p:sp>
            <p:nvSpPr>
              <p:cNvPr id="103" name="Google Shape;739;p22"/>
              <p:cNvSpPr/>
              <p:nvPr/>
            </p:nvSpPr>
            <p:spPr>
              <a:xfrm>
                <a:off x="4221000" y="27288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w="1" h="1932">
                    <a:moveTo>
                      <a:pt x="0" y="1931"/>
                    </a:moveTo>
                    <a:lnTo>
                      <a:pt x="0" y="0"/>
                    </a:lnTo>
                  </a:path>
                </a:pathLst>
              </a:custGeom>
              <a:solidFill>
                <a:srgbClr val="e0e9f7"/>
              </a:solidFill>
              <a:ln w="9525">
                <a:solidFill>
                  <a:srgbClr val="000000"/>
                </a:solidFill>
                <a:round/>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4" name="Google Shape;740;p22"/>
              <p:cNvSpPr/>
              <p:nvPr/>
            </p:nvSpPr>
            <p:spPr>
              <a:xfrm>
                <a:off x="4221000" y="27288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fill="none" w="1" h="1932">
                    <a:moveTo>
                      <a:pt x="0" y="1931"/>
                    </a:moveTo>
                    <a:lnTo>
                      <a:pt x="0" y="0"/>
                    </a:lnTo>
                  </a:path>
                </a:pathLst>
              </a:custGeom>
              <a:noFill/>
              <a:ln w="4150">
                <a:solidFill>
                  <a:srgbClr val="000000"/>
                </a:solidFill>
                <a:miter/>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5" name="Google Shape;741;p22"/>
              <p:cNvSpPr/>
              <p:nvPr/>
            </p:nvSpPr>
            <p:spPr>
              <a:xfrm>
                <a:off x="4254840" y="35460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w="1933" h="1">
                    <a:moveTo>
                      <a:pt x="1" y="0"/>
                    </a:moveTo>
                    <a:lnTo>
                      <a:pt x="1933" y="0"/>
                    </a:lnTo>
                  </a:path>
                </a:pathLst>
              </a:custGeom>
              <a:solidFill>
                <a:srgbClr val="e0e9f7"/>
              </a:solidFill>
              <a:ln w="9525">
                <a:solidFill>
                  <a:srgbClr val="000000"/>
                </a:solidFill>
                <a:round/>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6" name="Google Shape;742;p22"/>
              <p:cNvSpPr/>
              <p:nvPr/>
            </p:nvSpPr>
            <p:spPr>
              <a:xfrm>
                <a:off x="4254840" y="35460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fill="none" w="1933" h="1">
                    <a:moveTo>
                      <a:pt x="1" y="0"/>
                    </a:moveTo>
                    <a:lnTo>
                      <a:pt x="1933" y="0"/>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7" name="Google Shape;743;p22"/>
              <p:cNvSpPr/>
              <p:nvPr/>
            </p:nvSpPr>
            <p:spPr>
              <a:xfrm>
                <a:off x="4244760" y="30744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2" h="943">
                    <a:moveTo>
                      <a:pt x="1" y="943"/>
                    </a:moveTo>
                    <a:lnTo>
                      <a:pt x="941" y="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8" name="Google Shape;744;p22"/>
              <p:cNvSpPr/>
              <p:nvPr/>
            </p:nvSpPr>
            <p:spPr>
              <a:xfrm>
                <a:off x="4244760" y="30744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2" h="943">
                    <a:moveTo>
                      <a:pt x="1" y="943"/>
                    </a:moveTo>
                    <a:lnTo>
                      <a:pt x="941" y="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9" name="Google Shape;745;p22"/>
              <p:cNvSpPr/>
              <p:nvPr/>
            </p:nvSpPr>
            <p:spPr>
              <a:xfrm>
                <a:off x="4221000" y="38844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w="1" h="1933">
                    <a:moveTo>
                      <a:pt x="0" y="1"/>
                    </a:moveTo>
                    <a:lnTo>
                      <a:pt x="0" y="1933"/>
                    </a:lnTo>
                  </a:path>
                </a:pathLst>
              </a:custGeom>
              <a:solidFill>
                <a:srgbClr val="e0e9f7"/>
              </a:solidFill>
              <a:ln w="9525">
                <a:solidFill>
                  <a:srgbClr val="000000"/>
                </a:solidFill>
                <a:round/>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0" name="Google Shape;746;p22"/>
              <p:cNvSpPr/>
              <p:nvPr/>
            </p:nvSpPr>
            <p:spPr>
              <a:xfrm>
                <a:off x="4221000" y="38844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fill="none" w="1" h="1933">
                    <a:moveTo>
                      <a:pt x="0" y="1"/>
                    </a:moveTo>
                    <a:lnTo>
                      <a:pt x="0" y="1933"/>
                    </a:lnTo>
                  </a:path>
                </a:pathLst>
              </a:custGeom>
              <a:noFill/>
              <a:ln w="4150">
                <a:solidFill>
                  <a:srgbClr val="000000"/>
                </a:solidFill>
                <a:miter/>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1" name="Google Shape;747;p22"/>
              <p:cNvSpPr/>
              <p:nvPr/>
            </p:nvSpPr>
            <p:spPr>
              <a:xfrm>
                <a:off x="4244760" y="37836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2" h="942">
                    <a:moveTo>
                      <a:pt x="1" y="1"/>
                    </a:moveTo>
                    <a:lnTo>
                      <a:pt x="941" y="94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2" name="Google Shape;748;p22"/>
              <p:cNvSpPr/>
              <p:nvPr/>
            </p:nvSpPr>
            <p:spPr>
              <a:xfrm>
                <a:off x="4244760" y="37836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2" h="942">
                    <a:moveTo>
                      <a:pt x="1" y="1"/>
                    </a:moveTo>
                    <a:lnTo>
                      <a:pt x="941" y="94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3" name="Google Shape;749;p22"/>
              <p:cNvSpPr/>
              <p:nvPr/>
            </p:nvSpPr>
            <p:spPr>
              <a:xfrm>
                <a:off x="4139280" y="35460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w="1932" h="1">
                    <a:moveTo>
                      <a:pt x="1931" y="0"/>
                    </a:moveTo>
                    <a:lnTo>
                      <a:pt x="0" y="0"/>
                    </a:lnTo>
                  </a:path>
                </a:pathLst>
              </a:custGeom>
              <a:solidFill>
                <a:srgbClr val="e0e9f7"/>
              </a:solidFill>
              <a:ln w="9525">
                <a:solidFill>
                  <a:srgbClr val="000000"/>
                </a:solidFill>
                <a:round/>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4" name="Google Shape;750;p22"/>
              <p:cNvSpPr/>
              <p:nvPr/>
            </p:nvSpPr>
            <p:spPr>
              <a:xfrm>
                <a:off x="4139280" y="35460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fill="none" w="1932" h="1">
                    <a:moveTo>
                      <a:pt x="1931" y="0"/>
                    </a:moveTo>
                    <a:lnTo>
                      <a:pt x="0" y="0"/>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5" name="Google Shape;751;p22"/>
              <p:cNvSpPr/>
              <p:nvPr/>
            </p:nvSpPr>
            <p:spPr>
              <a:xfrm>
                <a:off x="4173840" y="37836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3" h="942">
                    <a:moveTo>
                      <a:pt x="943" y="1"/>
                    </a:moveTo>
                    <a:lnTo>
                      <a:pt x="1" y="94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6" name="Google Shape;752;p22"/>
              <p:cNvSpPr/>
              <p:nvPr/>
            </p:nvSpPr>
            <p:spPr>
              <a:xfrm>
                <a:off x="4173840" y="37836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3" h="942">
                    <a:moveTo>
                      <a:pt x="943" y="1"/>
                    </a:moveTo>
                    <a:lnTo>
                      <a:pt x="1" y="94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7" name="Google Shape;753;p22"/>
              <p:cNvSpPr/>
              <p:nvPr/>
            </p:nvSpPr>
            <p:spPr>
              <a:xfrm>
                <a:off x="4173840" y="30744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3" h="943">
                    <a:moveTo>
                      <a:pt x="943" y="943"/>
                    </a:moveTo>
                    <a:lnTo>
                      <a:pt x="1" y="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8" name="Google Shape;754;p22"/>
              <p:cNvSpPr/>
              <p:nvPr/>
            </p:nvSpPr>
            <p:spPr>
              <a:xfrm>
                <a:off x="4173840" y="30744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3" h="943">
                    <a:moveTo>
                      <a:pt x="943" y="943"/>
                    </a:moveTo>
                    <a:lnTo>
                      <a:pt x="1" y="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119" name="Google Shape;755;p22"/>
            <p:cNvSpPr/>
            <p:nvPr/>
          </p:nvSpPr>
          <p:spPr>
            <a:xfrm>
              <a:off x="8008200" y="308880"/>
              <a:ext cx="163440" cy="163440"/>
            </a:xfrm>
            <a:custGeom>
              <a:avLst/>
              <a:gdLst>
                <a:gd name="textAreaLeft" fmla="*/ 0 w 163440"/>
                <a:gd name="textAreaRight" fmla="*/ 163800 w 163440"/>
                <a:gd name="textAreaTop" fmla="*/ 0 h 163440"/>
                <a:gd name="textAreaBottom" fmla="*/ 163800 h 163440"/>
              </a:gdLst>
              <a:ahLst/>
              <a:cxnLst/>
              <a:rect l="textAreaLeft" t="textAreaTop" r="textAreaRight" b="textAreaBottom"/>
              <a:pathLst>
                <a:path w="6555" h="6554">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w="4150">
              <a:solidFill>
                <a:srgbClr val="000000"/>
              </a:solidFill>
              <a:miter/>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0" name="Google Shape;756;p22"/>
            <p:cNvSpPr/>
            <p:nvPr/>
          </p:nvSpPr>
          <p:spPr>
            <a:xfrm>
              <a:off x="0" y="1948320"/>
              <a:ext cx="163440" cy="163440"/>
            </a:xfrm>
            <a:custGeom>
              <a:avLst/>
              <a:gdLst>
                <a:gd name="textAreaLeft" fmla="*/ 0 w 163440"/>
                <a:gd name="textAreaRight" fmla="*/ 163800 w 163440"/>
                <a:gd name="textAreaTop" fmla="*/ 0 h 163440"/>
                <a:gd name="textAreaBottom" fmla="*/ 163800 h 163440"/>
              </a:gdLst>
              <a:ahLst/>
              <a:cxnLst/>
              <a:rect l="textAreaLeft" t="textAreaTop" r="textAreaRight" b="textAreaBottom"/>
              <a:pathLst>
                <a:path w="6554" h="6555">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w="4150">
              <a:solidFill>
                <a:srgbClr val="000000"/>
              </a:solidFill>
              <a:miter/>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1" name="Google Shape;757;p22"/>
            <p:cNvSpPr/>
            <p:nvPr/>
          </p:nvSpPr>
          <p:spPr>
            <a:xfrm>
              <a:off x="4614480" y="4779360"/>
              <a:ext cx="163440" cy="163440"/>
            </a:xfrm>
            <a:custGeom>
              <a:avLst/>
              <a:gdLst>
                <a:gd name="textAreaLeft" fmla="*/ 0 w 163440"/>
                <a:gd name="textAreaRight" fmla="*/ 163800 w 163440"/>
                <a:gd name="textAreaTop" fmla="*/ 0 h 163440"/>
                <a:gd name="textAreaBottom" fmla="*/ 163800 h 163440"/>
              </a:gdLst>
              <a:ahLst/>
              <a:cxnLst/>
              <a:rect l="textAreaLeft" t="textAreaTop" r="textAreaRight" b="textAreaBottom"/>
              <a:pathLst>
                <a:path w="6555" h="6554">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w="4150">
              <a:solidFill>
                <a:srgbClr val="000000"/>
              </a:solidFill>
              <a:miter/>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2" name="Google Shape;758;p22"/>
            <p:cNvSpPr/>
            <p:nvPr/>
          </p:nvSpPr>
          <p:spPr>
            <a:xfrm>
              <a:off x="433080" y="3658680"/>
              <a:ext cx="39240" cy="38880"/>
            </a:xfrm>
            <a:custGeom>
              <a:avLst/>
              <a:gdLst>
                <a:gd name="textAreaLeft" fmla="*/ 0 w 39240"/>
                <a:gd name="textAreaRight" fmla="*/ 39600 w 39240"/>
                <a:gd name="textAreaTop" fmla="*/ 0 h 38880"/>
                <a:gd name="textAreaBottom" fmla="*/ 39240 h 38880"/>
              </a:gdLst>
              <a:ahLst/>
              <a:cxnLst/>
              <a:rect l="textAreaLeft" t="textAreaTop" r="textAreaRight" b="textAreaBottom"/>
              <a:pathLst>
                <a:path w="812" h="811">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3" name="Google Shape;759;p22"/>
            <p:cNvSpPr/>
            <p:nvPr/>
          </p:nvSpPr>
          <p:spPr>
            <a:xfrm>
              <a:off x="6732360" y="371160"/>
              <a:ext cx="39240" cy="38880"/>
            </a:xfrm>
            <a:custGeom>
              <a:avLst/>
              <a:gdLst>
                <a:gd name="textAreaLeft" fmla="*/ 0 w 39240"/>
                <a:gd name="textAreaRight" fmla="*/ 39600 w 39240"/>
                <a:gd name="textAreaTop" fmla="*/ 0 h 38880"/>
                <a:gd name="textAreaBottom" fmla="*/ 39240 h 38880"/>
              </a:gdLst>
              <a:ahLst/>
              <a:cxnLst/>
              <a:rect l="textAreaLeft" t="textAreaTop" r="textAreaRight" b="textAreaBottom"/>
              <a:pathLst>
                <a:path w="812" h="811">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4" name="Google Shape;760;p22"/>
            <p:cNvSpPr/>
            <p:nvPr/>
          </p:nvSpPr>
          <p:spPr>
            <a:xfrm>
              <a:off x="8742960" y="4874040"/>
              <a:ext cx="39240" cy="38880"/>
            </a:xfrm>
            <a:custGeom>
              <a:avLst/>
              <a:gdLst>
                <a:gd name="textAreaLeft" fmla="*/ 0 w 39240"/>
                <a:gd name="textAreaRight" fmla="*/ 39600 w 39240"/>
                <a:gd name="textAreaTop" fmla="*/ 0 h 38880"/>
                <a:gd name="textAreaBottom" fmla="*/ 39240 h 38880"/>
              </a:gdLst>
              <a:ahLst/>
              <a:cxnLst/>
              <a:rect l="textAreaLeft" t="textAreaTop" r="textAreaRight" b="textAreaBottom"/>
              <a:pathLst>
                <a:path w="812" h="811">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25" name="Google Shape;761;p22"/>
            <p:cNvGrpSpPr/>
            <p:nvPr/>
          </p:nvGrpSpPr>
          <p:grpSpPr>
            <a:xfrm>
              <a:off x="2730960" y="4779360"/>
              <a:ext cx="163440" cy="163440"/>
              <a:chOff x="2730960" y="4779360"/>
              <a:chExt cx="163440" cy="163440"/>
            </a:xfrm>
          </p:grpSpPr>
          <p:sp>
            <p:nvSpPr>
              <p:cNvPr id="126" name="Google Shape;762;p22"/>
              <p:cNvSpPr/>
              <p:nvPr/>
            </p:nvSpPr>
            <p:spPr>
              <a:xfrm>
                <a:off x="2812680" y="477936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w="1" h="1932">
                    <a:moveTo>
                      <a:pt x="0" y="1931"/>
                    </a:moveTo>
                    <a:lnTo>
                      <a:pt x="0" y="0"/>
                    </a:lnTo>
                  </a:path>
                </a:pathLst>
              </a:custGeom>
              <a:solidFill>
                <a:srgbClr val="e0e9f7"/>
              </a:solidFill>
              <a:ln w="9525">
                <a:solidFill>
                  <a:srgbClr val="000000"/>
                </a:solidFill>
                <a:round/>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7" name="Google Shape;763;p22"/>
              <p:cNvSpPr/>
              <p:nvPr/>
            </p:nvSpPr>
            <p:spPr>
              <a:xfrm>
                <a:off x="2812680" y="477936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fill="none" w="1" h="1932">
                    <a:moveTo>
                      <a:pt x="0" y="1931"/>
                    </a:moveTo>
                    <a:lnTo>
                      <a:pt x="0" y="0"/>
                    </a:lnTo>
                  </a:path>
                </a:pathLst>
              </a:custGeom>
              <a:noFill/>
              <a:ln w="4150">
                <a:solidFill>
                  <a:srgbClr val="000000"/>
                </a:solidFill>
                <a:miter/>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8" name="Google Shape;764;p22"/>
              <p:cNvSpPr/>
              <p:nvPr/>
            </p:nvSpPr>
            <p:spPr>
              <a:xfrm>
                <a:off x="2846520" y="486144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w="1933" h="1">
                    <a:moveTo>
                      <a:pt x="1" y="0"/>
                    </a:moveTo>
                    <a:lnTo>
                      <a:pt x="1933" y="0"/>
                    </a:lnTo>
                  </a:path>
                </a:pathLst>
              </a:custGeom>
              <a:solidFill>
                <a:srgbClr val="e0e9f7"/>
              </a:solidFill>
              <a:ln w="9525">
                <a:solidFill>
                  <a:srgbClr val="000000"/>
                </a:solidFill>
                <a:round/>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9" name="Google Shape;765;p22"/>
              <p:cNvSpPr/>
              <p:nvPr/>
            </p:nvSpPr>
            <p:spPr>
              <a:xfrm>
                <a:off x="2846520" y="486144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fill="none" w="1933" h="1">
                    <a:moveTo>
                      <a:pt x="1" y="0"/>
                    </a:moveTo>
                    <a:lnTo>
                      <a:pt x="1933" y="0"/>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0" name="Google Shape;766;p22"/>
              <p:cNvSpPr/>
              <p:nvPr/>
            </p:nvSpPr>
            <p:spPr>
              <a:xfrm>
                <a:off x="2836440" y="481392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2" h="943">
                    <a:moveTo>
                      <a:pt x="1" y="943"/>
                    </a:moveTo>
                    <a:lnTo>
                      <a:pt x="941" y="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1" name="Google Shape;767;p22"/>
              <p:cNvSpPr/>
              <p:nvPr/>
            </p:nvSpPr>
            <p:spPr>
              <a:xfrm>
                <a:off x="2836440" y="481392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2" h="943">
                    <a:moveTo>
                      <a:pt x="1" y="943"/>
                    </a:moveTo>
                    <a:lnTo>
                      <a:pt x="941" y="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2" name="Google Shape;768;p22"/>
              <p:cNvSpPr/>
              <p:nvPr/>
            </p:nvSpPr>
            <p:spPr>
              <a:xfrm>
                <a:off x="2812680" y="489492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w="1" h="1933">
                    <a:moveTo>
                      <a:pt x="0" y="1"/>
                    </a:moveTo>
                    <a:lnTo>
                      <a:pt x="0" y="1933"/>
                    </a:lnTo>
                  </a:path>
                </a:pathLst>
              </a:custGeom>
              <a:solidFill>
                <a:srgbClr val="e0e9f7"/>
              </a:solidFill>
              <a:ln w="9525">
                <a:solidFill>
                  <a:srgbClr val="000000"/>
                </a:solidFill>
                <a:round/>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3" name="Google Shape;769;p22"/>
              <p:cNvSpPr/>
              <p:nvPr/>
            </p:nvSpPr>
            <p:spPr>
              <a:xfrm>
                <a:off x="2812680" y="489492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fill="none" w="1" h="1933">
                    <a:moveTo>
                      <a:pt x="0" y="1"/>
                    </a:moveTo>
                    <a:lnTo>
                      <a:pt x="0" y="1933"/>
                    </a:lnTo>
                  </a:path>
                </a:pathLst>
              </a:custGeom>
              <a:noFill/>
              <a:ln w="4150">
                <a:solidFill>
                  <a:srgbClr val="000000"/>
                </a:solidFill>
                <a:miter/>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4" name="Google Shape;770;p22"/>
              <p:cNvSpPr/>
              <p:nvPr/>
            </p:nvSpPr>
            <p:spPr>
              <a:xfrm>
                <a:off x="2836440" y="488520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2" h="942">
                    <a:moveTo>
                      <a:pt x="1" y="1"/>
                    </a:moveTo>
                    <a:lnTo>
                      <a:pt x="941" y="94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5" name="Google Shape;771;p22"/>
              <p:cNvSpPr/>
              <p:nvPr/>
            </p:nvSpPr>
            <p:spPr>
              <a:xfrm>
                <a:off x="2836440" y="488520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2" h="942">
                    <a:moveTo>
                      <a:pt x="1" y="1"/>
                    </a:moveTo>
                    <a:lnTo>
                      <a:pt x="941" y="94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6" name="Google Shape;772;p22"/>
              <p:cNvSpPr/>
              <p:nvPr/>
            </p:nvSpPr>
            <p:spPr>
              <a:xfrm>
                <a:off x="2730960" y="486144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w="1932" h="1">
                    <a:moveTo>
                      <a:pt x="1931" y="0"/>
                    </a:moveTo>
                    <a:lnTo>
                      <a:pt x="0" y="0"/>
                    </a:lnTo>
                  </a:path>
                </a:pathLst>
              </a:custGeom>
              <a:solidFill>
                <a:srgbClr val="e0e9f7"/>
              </a:solidFill>
              <a:ln w="9525">
                <a:solidFill>
                  <a:srgbClr val="000000"/>
                </a:solidFill>
                <a:round/>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7" name="Google Shape;773;p22"/>
              <p:cNvSpPr/>
              <p:nvPr/>
            </p:nvSpPr>
            <p:spPr>
              <a:xfrm>
                <a:off x="2730960" y="486144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fill="none" w="1932" h="1">
                    <a:moveTo>
                      <a:pt x="1931" y="0"/>
                    </a:moveTo>
                    <a:lnTo>
                      <a:pt x="0" y="0"/>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8" name="Google Shape;774;p22"/>
              <p:cNvSpPr/>
              <p:nvPr/>
            </p:nvSpPr>
            <p:spPr>
              <a:xfrm>
                <a:off x="2765520" y="488520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3" h="942">
                    <a:moveTo>
                      <a:pt x="943" y="1"/>
                    </a:moveTo>
                    <a:lnTo>
                      <a:pt x="1" y="94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9" name="Google Shape;775;p22"/>
              <p:cNvSpPr/>
              <p:nvPr/>
            </p:nvSpPr>
            <p:spPr>
              <a:xfrm>
                <a:off x="2765520" y="488520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3" h="942">
                    <a:moveTo>
                      <a:pt x="943" y="1"/>
                    </a:moveTo>
                    <a:lnTo>
                      <a:pt x="1" y="94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0" name="Google Shape;776;p22"/>
              <p:cNvSpPr/>
              <p:nvPr/>
            </p:nvSpPr>
            <p:spPr>
              <a:xfrm>
                <a:off x="2765520" y="481392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3" h="943">
                    <a:moveTo>
                      <a:pt x="943" y="943"/>
                    </a:moveTo>
                    <a:lnTo>
                      <a:pt x="1" y="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1" name="Google Shape;777;p22"/>
              <p:cNvSpPr/>
              <p:nvPr/>
            </p:nvSpPr>
            <p:spPr>
              <a:xfrm>
                <a:off x="2765520" y="481392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3" h="943">
                    <a:moveTo>
                      <a:pt x="943" y="943"/>
                    </a:moveTo>
                    <a:lnTo>
                      <a:pt x="1" y="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142" name="Google Shape;778;p22"/>
            <p:cNvSpPr/>
            <p:nvPr/>
          </p:nvSpPr>
          <p:spPr>
            <a:xfrm>
              <a:off x="8977320" y="519840"/>
              <a:ext cx="39240" cy="38880"/>
            </a:xfrm>
            <a:custGeom>
              <a:avLst/>
              <a:gdLst>
                <a:gd name="textAreaLeft" fmla="*/ 0 w 39240"/>
                <a:gd name="textAreaRight" fmla="*/ 39600 w 39240"/>
                <a:gd name="textAreaTop" fmla="*/ 0 h 38880"/>
                <a:gd name="textAreaBottom" fmla="*/ 39240 h 38880"/>
              </a:gdLst>
              <a:ahLst/>
              <a:cxnLst/>
              <a:rect l="textAreaLeft" t="textAreaTop" r="textAreaRight" b="textAreaBottom"/>
              <a:pathLst>
                <a:path w="812" h="811">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43" name="Google Shape;779;p22"/>
          <p:cNvSpPr/>
          <p:nvPr/>
        </p:nvSpPr>
        <p:spPr>
          <a:xfrm>
            <a:off x="713160" y="3787560"/>
            <a:ext cx="4945320" cy="555840"/>
          </a:xfrm>
          <a:prstGeom prst="rect">
            <a:avLst/>
          </a:prstGeom>
          <a:noFill/>
          <a:ln w="0">
            <a:noFill/>
          </a:ln>
        </p:spPr>
        <p:style>
          <a:lnRef idx="0"/>
          <a:fillRef idx="0"/>
          <a:effectRef idx="0"/>
          <a:fontRef idx="minor"/>
        </p:style>
        <p:txBody>
          <a:bodyPr tIns="91440" bIns="91440" anchor="t">
            <a:noAutofit/>
          </a:bodyPr>
          <a:p>
            <a:pPr defTabSz="914400">
              <a:lnSpc>
                <a:spcPct val="100000"/>
              </a:lnSpc>
              <a:spcBef>
                <a:spcPts val="300"/>
              </a:spcBef>
              <a:tabLst>
                <a:tab algn="l" pos="0"/>
              </a:tabLst>
            </a:pPr>
            <a:r>
              <a:rPr b="1" lang="en" sz="1200" strike="noStrike" u="none">
                <a:solidFill>
                  <a:schemeClr val="dk1"/>
                </a:solidFill>
                <a:effectLst/>
                <a:uFillTx/>
                <a:latin typeface="Raleway"/>
                <a:ea typeface="Raleway"/>
              </a:rPr>
              <a:t>CREDITS:</a:t>
            </a:r>
            <a:r>
              <a:rPr b="0" lang="en" sz="1200" strike="noStrike" u="none">
                <a:solidFill>
                  <a:schemeClr val="dk1"/>
                </a:solidFill>
                <a:effectLst/>
                <a:uFillTx/>
                <a:latin typeface="Raleway"/>
                <a:ea typeface="Raleway"/>
              </a:rPr>
              <a:t> This presentation template was created by </a:t>
            </a:r>
            <a:r>
              <a:rPr b="1" lang="en" sz="1200" strike="noStrike" u="sng">
                <a:solidFill>
                  <a:schemeClr val="dk1"/>
                </a:solidFill>
                <a:effectLst/>
                <a:uFillTx/>
                <a:latin typeface="Raleway"/>
                <a:ea typeface="Raleway"/>
                <a:hlinkClick r:id="rId2"/>
              </a:rPr>
              <a:t>Slidesgo</a:t>
            </a:r>
            <a:r>
              <a:rPr b="0" lang="en" sz="1200" strike="noStrike" u="none">
                <a:solidFill>
                  <a:schemeClr val="dk1"/>
                </a:solidFill>
                <a:effectLst/>
                <a:uFillTx/>
                <a:latin typeface="Raleway"/>
                <a:ea typeface="Raleway"/>
              </a:rPr>
              <a:t>, and includes icons, infographics &amp; images by </a:t>
            </a:r>
            <a:r>
              <a:rPr b="1" lang="en" sz="1200" strike="noStrike" u="sng">
                <a:solidFill>
                  <a:schemeClr val="dk1"/>
                </a:solidFill>
                <a:effectLst/>
                <a:uFillTx/>
                <a:latin typeface="Raleway"/>
                <a:ea typeface="Raleway"/>
                <a:hlinkClick r:id="rId3"/>
              </a:rPr>
              <a:t>Freepik</a:t>
            </a:r>
            <a:r>
              <a:rPr b="0" lang="en" sz="1200" strike="noStrike" u="none">
                <a:solidFill>
                  <a:schemeClr val="dk1"/>
                </a:solidFill>
                <a:effectLst/>
                <a:uFillTx/>
                <a:latin typeface="Raleway"/>
                <a:ea typeface="Raleway"/>
              </a:rPr>
              <a:t> </a:t>
            </a:r>
            <a:endParaRPr b="0" lang="en-US" sz="1200" strike="noStrike" u="none">
              <a:solidFill>
                <a:srgbClr val="000000"/>
              </a:solidFill>
              <a:effectLst/>
              <a:uFillTx/>
              <a:latin typeface="OpenSymbol"/>
            </a:endParaRPr>
          </a:p>
        </p:txBody>
      </p:sp>
      <p:sp>
        <p:nvSpPr>
          <p:cNvPr id="144" name="PlaceHolder 1"/>
          <p:cNvSpPr>
            <a:spLocks noGrp="1"/>
          </p:cNvSpPr>
          <p:nvPr>
            <p:ph type="title"/>
          </p:nvPr>
        </p:nvSpPr>
        <p:spPr>
          <a:xfrm>
            <a:off x="713160" y="539640"/>
            <a:ext cx="4617720" cy="1261800"/>
          </a:xfrm>
          <a:prstGeom prst="rect">
            <a:avLst/>
          </a:prstGeom>
          <a:noFill/>
          <a:ln w="0">
            <a:noFill/>
          </a:ln>
        </p:spPr>
        <p:txBody>
          <a:bodyPr lIns="91440" rIns="91440" tIns="91440" bIns="91440" anchor="t">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grpSp>
        <p:nvGrpSpPr>
          <p:cNvPr id="145" name="Google Shape;133;p6"/>
          <p:cNvGrpSpPr/>
          <p:nvPr/>
        </p:nvGrpSpPr>
        <p:grpSpPr>
          <a:xfrm>
            <a:off x="360" y="117720"/>
            <a:ext cx="9140760" cy="4949640"/>
            <a:chOff x="360" y="117720"/>
            <a:chExt cx="9140760" cy="4949640"/>
          </a:xfrm>
        </p:grpSpPr>
        <p:sp>
          <p:nvSpPr>
            <p:cNvPr id="146" name="Google Shape;134;p6"/>
            <p:cNvSpPr/>
            <p:nvPr/>
          </p:nvSpPr>
          <p:spPr>
            <a:xfrm rot="10800000">
              <a:off x="8490960" y="347760"/>
              <a:ext cx="150120" cy="180360"/>
            </a:xfrm>
            <a:custGeom>
              <a:avLst/>
              <a:gdLst>
                <a:gd name="textAreaLeft" fmla="*/ 0 w 150120"/>
                <a:gd name="textAreaRight" fmla="*/ 150480 w 150120"/>
                <a:gd name="textAreaTop" fmla="*/ 0 h 180360"/>
                <a:gd name="textAreaBottom" fmla="*/ 180720 h 180360"/>
              </a:gdLst>
              <a:ahLst/>
              <a:cxnLst/>
              <a:rect l="textAreaLeft" t="textAreaTop" r="textAreaRight" b="textAreaBottom"/>
              <a:pathLst>
                <a:path w="6013" h="722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w="4150">
              <a:solidFill>
                <a:srgbClr val="000000"/>
              </a:solidFill>
              <a:miter/>
            </a:ln>
          </p:spPr>
          <p:style>
            <a:lnRef idx="0"/>
            <a:fillRef idx="0"/>
            <a:effectRef idx="0"/>
            <a:fontRef idx="minor"/>
          </p:style>
          <p:txBody>
            <a:bodyPr tIns="90360" bIns="90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7" name="Google Shape;135;p6"/>
            <p:cNvSpPr/>
            <p:nvPr/>
          </p:nvSpPr>
          <p:spPr>
            <a:xfrm rot="10800000">
              <a:off x="99000" y="1917000"/>
              <a:ext cx="205200" cy="109440"/>
            </a:xfrm>
            <a:custGeom>
              <a:avLst/>
              <a:gdLst>
                <a:gd name="textAreaLeft" fmla="*/ 0 w 205200"/>
                <a:gd name="textAreaRight" fmla="*/ 205560 w 205200"/>
                <a:gd name="textAreaTop" fmla="*/ 0 h 109440"/>
                <a:gd name="textAreaBottom" fmla="*/ 109800 h 109440"/>
              </a:gdLst>
              <a:ahLst/>
              <a:cxnLst/>
              <a:rect l="textAreaLeft" t="textAreaTop" r="textAreaRight" b="textAreaBottom"/>
              <a:pathLst>
                <a:path w="8222" h="4398">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w="4150">
              <a:solidFill>
                <a:srgbClr val="000000"/>
              </a:solidFill>
              <a:miter/>
            </a:ln>
          </p:spPr>
          <p:style>
            <a:lnRef idx="0"/>
            <a:fillRef idx="0"/>
            <a:effectRef idx="0"/>
            <a:fontRef idx="minor"/>
          </p:style>
          <p:txBody>
            <a:bodyPr tIns="54720" bIns="54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8" name="Google Shape;136;p6"/>
            <p:cNvSpPr/>
            <p:nvPr/>
          </p:nvSpPr>
          <p:spPr>
            <a:xfrm rot="10800000">
              <a:off x="8463600" y="4815720"/>
              <a:ext cx="205200" cy="109440"/>
            </a:xfrm>
            <a:custGeom>
              <a:avLst/>
              <a:gdLst>
                <a:gd name="textAreaLeft" fmla="*/ 0 w 205200"/>
                <a:gd name="textAreaRight" fmla="*/ 205560 w 205200"/>
                <a:gd name="textAreaTop" fmla="*/ 0 h 109440"/>
                <a:gd name="textAreaBottom" fmla="*/ 109800 h 109440"/>
              </a:gdLst>
              <a:ahLst/>
              <a:cxnLst/>
              <a:rect l="textAreaLeft" t="textAreaTop" r="textAreaRight" b="textAreaBottom"/>
              <a:pathLst>
                <a:path w="8222" h="4398">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w="4150">
              <a:solidFill>
                <a:srgbClr val="000000"/>
              </a:solidFill>
              <a:miter/>
            </a:ln>
          </p:spPr>
          <p:style>
            <a:lnRef idx="0"/>
            <a:fillRef idx="0"/>
            <a:effectRef idx="0"/>
            <a:fontRef idx="minor"/>
          </p:style>
          <p:txBody>
            <a:bodyPr tIns="54720" bIns="54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9" name="Google Shape;137;p6"/>
            <p:cNvSpPr/>
            <p:nvPr/>
          </p:nvSpPr>
          <p:spPr>
            <a:xfrm rot="10800000">
              <a:off x="360" y="3494880"/>
              <a:ext cx="163440" cy="163440"/>
            </a:xfrm>
            <a:custGeom>
              <a:avLst/>
              <a:gdLst>
                <a:gd name="textAreaLeft" fmla="*/ 0 w 163440"/>
                <a:gd name="textAreaRight" fmla="*/ 163800 w 163440"/>
                <a:gd name="textAreaTop" fmla="*/ 0 h 163440"/>
                <a:gd name="textAreaBottom" fmla="*/ 163800 h 163440"/>
              </a:gdLst>
              <a:ahLst/>
              <a:cxnLst/>
              <a:rect l="textAreaLeft" t="textAreaTop" r="textAreaRight" b="textAreaBottom"/>
              <a:pathLst>
                <a:path w="6555" h="6554">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w="4150">
              <a:solidFill>
                <a:srgbClr val="000000"/>
              </a:solidFill>
              <a:miter/>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50" name="Google Shape;138;p6"/>
            <p:cNvGrpSpPr/>
            <p:nvPr/>
          </p:nvGrpSpPr>
          <p:grpSpPr>
            <a:xfrm>
              <a:off x="4838400" y="4824720"/>
              <a:ext cx="163440" cy="163440"/>
              <a:chOff x="4838400" y="4824720"/>
              <a:chExt cx="163440" cy="163440"/>
            </a:xfrm>
          </p:grpSpPr>
          <p:sp>
            <p:nvSpPr>
              <p:cNvPr id="151" name="Google Shape;139;p6"/>
              <p:cNvSpPr/>
              <p:nvPr/>
            </p:nvSpPr>
            <p:spPr>
              <a:xfrm rot="10800000">
                <a:off x="4919760" y="494028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w="1" h="1932">
                    <a:moveTo>
                      <a:pt x="0" y="1931"/>
                    </a:moveTo>
                    <a:lnTo>
                      <a:pt x="0" y="0"/>
                    </a:lnTo>
                  </a:path>
                </a:pathLst>
              </a:custGeom>
              <a:solidFill>
                <a:srgbClr val="e0e9f7"/>
              </a:solidFill>
              <a:ln w="9525">
                <a:solidFill>
                  <a:srgbClr val="000000"/>
                </a:solidFill>
                <a:round/>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2" name="Google Shape;140;p6"/>
              <p:cNvSpPr/>
              <p:nvPr/>
            </p:nvSpPr>
            <p:spPr>
              <a:xfrm rot="10800000">
                <a:off x="4919760" y="494028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fill="none" w="1" h="1932">
                    <a:moveTo>
                      <a:pt x="0" y="1931"/>
                    </a:moveTo>
                    <a:lnTo>
                      <a:pt x="0" y="0"/>
                    </a:lnTo>
                  </a:path>
                </a:pathLst>
              </a:custGeom>
              <a:noFill/>
              <a:ln w="4150">
                <a:solidFill>
                  <a:srgbClr val="000000"/>
                </a:solidFill>
                <a:miter/>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3" name="Google Shape;141;p6"/>
              <p:cNvSpPr/>
              <p:nvPr/>
            </p:nvSpPr>
            <p:spPr>
              <a:xfrm rot="10800000">
                <a:off x="4838400" y="490572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w="1933" h="1">
                    <a:moveTo>
                      <a:pt x="1" y="0"/>
                    </a:moveTo>
                    <a:lnTo>
                      <a:pt x="1933" y="0"/>
                    </a:lnTo>
                  </a:path>
                </a:pathLst>
              </a:custGeom>
              <a:solidFill>
                <a:srgbClr val="e0e9f7"/>
              </a:solidFill>
              <a:ln w="9525">
                <a:solidFill>
                  <a:srgbClr val="000000"/>
                </a:solidFill>
                <a:round/>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4" name="Google Shape;142;p6"/>
              <p:cNvSpPr/>
              <p:nvPr/>
            </p:nvSpPr>
            <p:spPr>
              <a:xfrm rot="10800000">
                <a:off x="4838400" y="490572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fill="none" w="1933" h="1">
                    <a:moveTo>
                      <a:pt x="1" y="0"/>
                    </a:moveTo>
                    <a:lnTo>
                      <a:pt x="1933" y="0"/>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5" name="Google Shape;143;p6"/>
              <p:cNvSpPr/>
              <p:nvPr/>
            </p:nvSpPr>
            <p:spPr>
              <a:xfrm rot="10800000">
                <a:off x="4873320" y="493056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2" h="943">
                    <a:moveTo>
                      <a:pt x="1" y="943"/>
                    </a:moveTo>
                    <a:lnTo>
                      <a:pt x="941" y="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6" name="Google Shape;144;p6"/>
              <p:cNvSpPr/>
              <p:nvPr/>
            </p:nvSpPr>
            <p:spPr>
              <a:xfrm rot="10800000">
                <a:off x="4873320" y="493056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2" h="943">
                    <a:moveTo>
                      <a:pt x="1" y="943"/>
                    </a:moveTo>
                    <a:lnTo>
                      <a:pt x="941" y="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7" name="Google Shape;145;p6"/>
              <p:cNvSpPr/>
              <p:nvPr/>
            </p:nvSpPr>
            <p:spPr>
              <a:xfrm rot="10800000">
                <a:off x="4919760" y="482472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w="1" h="1933">
                    <a:moveTo>
                      <a:pt x="0" y="1"/>
                    </a:moveTo>
                    <a:lnTo>
                      <a:pt x="0" y="1933"/>
                    </a:lnTo>
                  </a:path>
                </a:pathLst>
              </a:custGeom>
              <a:solidFill>
                <a:srgbClr val="e0e9f7"/>
              </a:solidFill>
              <a:ln w="9525">
                <a:solidFill>
                  <a:srgbClr val="000000"/>
                </a:solidFill>
                <a:round/>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8" name="Google Shape;146;p6"/>
              <p:cNvSpPr/>
              <p:nvPr/>
            </p:nvSpPr>
            <p:spPr>
              <a:xfrm rot="10800000">
                <a:off x="4919760" y="482472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fill="none" w="1" h="1933">
                    <a:moveTo>
                      <a:pt x="0" y="1"/>
                    </a:moveTo>
                    <a:lnTo>
                      <a:pt x="0" y="1933"/>
                    </a:lnTo>
                  </a:path>
                </a:pathLst>
              </a:custGeom>
              <a:noFill/>
              <a:ln w="4150">
                <a:solidFill>
                  <a:srgbClr val="000000"/>
                </a:solidFill>
                <a:miter/>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9" name="Google Shape;147;p6"/>
              <p:cNvSpPr/>
              <p:nvPr/>
            </p:nvSpPr>
            <p:spPr>
              <a:xfrm rot="10800000">
                <a:off x="4873320" y="485928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2" h="942">
                    <a:moveTo>
                      <a:pt x="1" y="1"/>
                    </a:moveTo>
                    <a:lnTo>
                      <a:pt x="941" y="94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0" name="Google Shape;148;p6"/>
              <p:cNvSpPr/>
              <p:nvPr/>
            </p:nvSpPr>
            <p:spPr>
              <a:xfrm rot="10800000">
                <a:off x="4873320" y="485928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2" h="942">
                    <a:moveTo>
                      <a:pt x="1" y="1"/>
                    </a:moveTo>
                    <a:lnTo>
                      <a:pt x="941" y="94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1" name="Google Shape;149;p6"/>
              <p:cNvSpPr/>
              <p:nvPr/>
            </p:nvSpPr>
            <p:spPr>
              <a:xfrm rot="10800000">
                <a:off x="4953960" y="490572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w="1932" h="1">
                    <a:moveTo>
                      <a:pt x="1931" y="0"/>
                    </a:moveTo>
                    <a:lnTo>
                      <a:pt x="0" y="0"/>
                    </a:lnTo>
                  </a:path>
                </a:pathLst>
              </a:custGeom>
              <a:solidFill>
                <a:srgbClr val="e0e9f7"/>
              </a:solidFill>
              <a:ln w="9525">
                <a:solidFill>
                  <a:srgbClr val="000000"/>
                </a:solidFill>
                <a:round/>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2" name="Google Shape;150;p6"/>
              <p:cNvSpPr/>
              <p:nvPr/>
            </p:nvSpPr>
            <p:spPr>
              <a:xfrm rot="10800000">
                <a:off x="4953960" y="490572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fill="none" w="1932" h="1">
                    <a:moveTo>
                      <a:pt x="1931" y="0"/>
                    </a:moveTo>
                    <a:lnTo>
                      <a:pt x="0" y="0"/>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3" name="Google Shape;151;p6"/>
              <p:cNvSpPr/>
              <p:nvPr/>
            </p:nvSpPr>
            <p:spPr>
              <a:xfrm rot="10800000">
                <a:off x="4944240" y="485928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3" h="942">
                    <a:moveTo>
                      <a:pt x="943" y="1"/>
                    </a:moveTo>
                    <a:lnTo>
                      <a:pt x="1" y="94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4" name="Google Shape;152;p6"/>
              <p:cNvSpPr/>
              <p:nvPr/>
            </p:nvSpPr>
            <p:spPr>
              <a:xfrm rot="10800000">
                <a:off x="4944240" y="485928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3" h="942">
                    <a:moveTo>
                      <a:pt x="943" y="1"/>
                    </a:moveTo>
                    <a:lnTo>
                      <a:pt x="1" y="94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5" name="Google Shape;153;p6"/>
              <p:cNvSpPr/>
              <p:nvPr/>
            </p:nvSpPr>
            <p:spPr>
              <a:xfrm rot="10800000">
                <a:off x="4944240" y="493056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3" h="943">
                    <a:moveTo>
                      <a:pt x="943" y="943"/>
                    </a:moveTo>
                    <a:lnTo>
                      <a:pt x="1" y="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6" name="Google Shape;154;p6"/>
              <p:cNvSpPr/>
              <p:nvPr/>
            </p:nvSpPr>
            <p:spPr>
              <a:xfrm rot="10800000">
                <a:off x="4944240" y="493056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3" h="943">
                    <a:moveTo>
                      <a:pt x="943" y="943"/>
                    </a:moveTo>
                    <a:lnTo>
                      <a:pt x="1" y="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167" name="Google Shape;155;p6"/>
            <p:cNvSpPr/>
            <p:nvPr/>
          </p:nvSpPr>
          <p:spPr>
            <a:xfrm rot="10800000">
              <a:off x="969480" y="4788720"/>
              <a:ext cx="163440" cy="163440"/>
            </a:xfrm>
            <a:custGeom>
              <a:avLst/>
              <a:gdLst>
                <a:gd name="textAreaLeft" fmla="*/ 0 w 163440"/>
                <a:gd name="textAreaRight" fmla="*/ 163800 w 163440"/>
                <a:gd name="textAreaTop" fmla="*/ 0 h 163440"/>
                <a:gd name="textAreaBottom" fmla="*/ 163800 h 163440"/>
              </a:gdLst>
              <a:ahLst/>
              <a:cxnLst/>
              <a:rect l="textAreaLeft" t="textAreaTop" r="textAreaRight" b="textAreaBottom"/>
              <a:pathLst>
                <a:path w="6555" h="6554">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w="4150">
              <a:solidFill>
                <a:srgbClr val="000000"/>
              </a:solidFill>
              <a:miter/>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8" name="Google Shape;156;p6"/>
            <p:cNvSpPr/>
            <p:nvPr/>
          </p:nvSpPr>
          <p:spPr>
            <a:xfrm rot="10800000">
              <a:off x="8977680" y="3148920"/>
              <a:ext cx="163440" cy="163440"/>
            </a:xfrm>
            <a:custGeom>
              <a:avLst/>
              <a:gdLst>
                <a:gd name="textAreaLeft" fmla="*/ 0 w 163440"/>
                <a:gd name="textAreaRight" fmla="*/ 163800 w 163440"/>
                <a:gd name="textAreaTop" fmla="*/ 0 h 163440"/>
                <a:gd name="textAreaBottom" fmla="*/ 163800 h 163440"/>
              </a:gdLst>
              <a:ahLst/>
              <a:cxnLst/>
              <a:rect l="textAreaLeft" t="textAreaTop" r="textAreaRight" b="textAreaBottom"/>
              <a:pathLst>
                <a:path w="6554" h="6555">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w="4150">
              <a:solidFill>
                <a:srgbClr val="000000"/>
              </a:solidFill>
              <a:miter/>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9" name="Google Shape;157;p6"/>
            <p:cNvSpPr/>
            <p:nvPr/>
          </p:nvSpPr>
          <p:spPr>
            <a:xfrm rot="10800000">
              <a:off x="4231800" y="117720"/>
              <a:ext cx="163440" cy="163440"/>
            </a:xfrm>
            <a:custGeom>
              <a:avLst/>
              <a:gdLst>
                <a:gd name="textAreaLeft" fmla="*/ 0 w 163440"/>
                <a:gd name="textAreaRight" fmla="*/ 163800 w 163440"/>
                <a:gd name="textAreaTop" fmla="*/ 0 h 163440"/>
                <a:gd name="textAreaBottom" fmla="*/ 163800 h 163440"/>
              </a:gdLst>
              <a:ahLst/>
              <a:cxnLst/>
              <a:rect l="textAreaLeft" t="textAreaTop" r="textAreaRight" b="textAreaBottom"/>
              <a:pathLst>
                <a:path w="6555" h="6554">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w="4150">
              <a:solidFill>
                <a:srgbClr val="000000"/>
              </a:solidFill>
              <a:miter/>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0" name="Google Shape;158;p6"/>
            <p:cNvSpPr/>
            <p:nvPr/>
          </p:nvSpPr>
          <p:spPr>
            <a:xfrm rot="10800000">
              <a:off x="8668800" y="1563480"/>
              <a:ext cx="39240" cy="38880"/>
            </a:xfrm>
            <a:custGeom>
              <a:avLst/>
              <a:gdLst>
                <a:gd name="textAreaLeft" fmla="*/ 0 w 39240"/>
                <a:gd name="textAreaRight" fmla="*/ 39600 w 39240"/>
                <a:gd name="textAreaTop" fmla="*/ 0 h 38880"/>
                <a:gd name="textAreaBottom" fmla="*/ 39240 h 38880"/>
              </a:gdLst>
              <a:ahLst/>
              <a:cxnLst/>
              <a:rect l="textAreaLeft" t="textAreaTop" r="textAreaRight" b="textAreaBottom"/>
              <a:pathLst>
                <a:path w="812" h="811">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1" name="Google Shape;159;p6"/>
            <p:cNvSpPr/>
            <p:nvPr/>
          </p:nvSpPr>
          <p:spPr>
            <a:xfrm rot="10800000">
              <a:off x="2491200" y="5028480"/>
              <a:ext cx="39240" cy="38880"/>
            </a:xfrm>
            <a:custGeom>
              <a:avLst/>
              <a:gdLst>
                <a:gd name="textAreaLeft" fmla="*/ 0 w 39240"/>
                <a:gd name="textAreaRight" fmla="*/ 39600 w 39240"/>
                <a:gd name="textAreaTop" fmla="*/ 0 h 38880"/>
                <a:gd name="textAreaBottom" fmla="*/ 39240 h 38880"/>
              </a:gdLst>
              <a:ahLst/>
              <a:cxnLst/>
              <a:rect l="textAreaLeft" t="textAreaTop" r="textAreaRight" b="textAreaBottom"/>
              <a:pathLst>
                <a:path w="812" h="811">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2" name="Google Shape;160;p6"/>
            <p:cNvSpPr/>
            <p:nvPr/>
          </p:nvSpPr>
          <p:spPr>
            <a:xfrm rot="10800000">
              <a:off x="358920" y="348120"/>
              <a:ext cx="39240" cy="38880"/>
            </a:xfrm>
            <a:custGeom>
              <a:avLst/>
              <a:gdLst>
                <a:gd name="textAreaLeft" fmla="*/ 0 w 39240"/>
                <a:gd name="textAreaRight" fmla="*/ 39600 w 39240"/>
                <a:gd name="textAreaTop" fmla="*/ 0 h 38880"/>
                <a:gd name="textAreaBottom" fmla="*/ 39240 h 38880"/>
              </a:gdLst>
              <a:ahLst/>
              <a:cxnLst/>
              <a:rect l="textAreaLeft" t="textAreaTop" r="textAreaRight" b="textAreaBottom"/>
              <a:pathLst>
                <a:path w="812" h="811">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73" name="Google Shape;161;p6"/>
            <p:cNvGrpSpPr/>
            <p:nvPr/>
          </p:nvGrpSpPr>
          <p:grpSpPr>
            <a:xfrm>
              <a:off x="6246720" y="318240"/>
              <a:ext cx="163440" cy="163440"/>
              <a:chOff x="6246720" y="318240"/>
              <a:chExt cx="163440" cy="163440"/>
            </a:xfrm>
          </p:grpSpPr>
          <p:sp>
            <p:nvSpPr>
              <p:cNvPr id="174" name="Google Shape;162;p6"/>
              <p:cNvSpPr/>
              <p:nvPr/>
            </p:nvSpPr>
            <p:spPr>
              <a:xfrm rot="10800000">
                <a:off x="6327720" y="43380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w="1" h="1932">
                    <a:moveTo>
                      <a:pt x="0" y="1931"/>
                    </a:moveTo>
                    <a:lnTo>
                      <a:pt x="0" y="0"/>
                    </a:lnTo>
                  </a:path>
                </a:pathLst>
              </a:custGeom>
              <a:solidFill>
                <a:srgbClr val="e0e9f7"/>
              </a:solidFill>
              <a:ln w="9525">
                <a:solidFill>
                  <a:srgbClr val="000000"/>
                </a:solidFill>
                <a:round/>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5" name="Google Shape;163;p6"/>
              <p:cNvSpPr/>
              <p:nvPr/>
            </p:nvSpPr>
            <p:spPr>
              <a:xfrm rot="10800000">
                <a:off x="6327720" y="43380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fill="none" w="1" h="1932">
                    <a:moveTo>
                      <a:pt x="0" y="1931"/>
                    </a:moveTo>
                    <a:lnTo>
                      <a:pt x="0" y="0"/>
                    </a:lnTo>
                  </a:path>
                </a:pathLst>
              </a:custGeom>
              <a:noFill/>
              <a:ln w="4150">
                <a:solidFill>
                  <a:srgbClr val="000000"/>
                </a:solidFill>
                <a:miter/>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6" name="Google Shape;164;p6"/>
              <p:cNvSpPr/>
              <p:nvPr/>
            </p:nvSpPr>
            <p:spPr>
              <a:xfrm rot="10800000">
                <a:off x="6246720" y="39924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w="1933" h="1">
                    <a:moveTo>
                      <a:pt x="1" y="0"/>
                    </a:moveTo>
                    <a:lnTo>
                      <a:pt x="1933" y="0"/>
                    </a:lnTo>
                  </a:path>
                </a:pathLst>
              </a:custGeom>
              <a:solidFill>
                <a:srgbClr val="e0e9f7"/>
              </a:solidFill>
              <a:ln w="9525">
                <a:solidFill>
                  <a:srgbClr val="000000"/>
                </a:solidFill>
                <a:round/>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7" name="Google Shape;165;p6"/>
              <p:cNvSpPr/>
              <p:nvPr/>
            </p:nvSpPr>
            <p:spPr>
              <a:xfrm rot="10800000">
                <a:off x="6246720" y="39924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fill="none" w="1933" h="1">
                    <a:moveTo>
                      <a:pt x="1" y="0"/>
                    </a:moveTo>
                    <a:lnTo>
                      <a:pt x="1933" y="0"/>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8" name="Google Shape;166;p6"/>
              <p:cNvSpPr/>
              <p:nvPr/>
            </p:nvSpPr>
            <p:spPr>
              <a:xfrm rot="10800000">
                <a:off x="6281280" y="42372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2" h="943">
                    <a:moveTo>
                      <a:pt x="1" y="943"/>
                    </a:moveTo>
                    <a:lnTo>
                      <a:pt x="941" y="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9" name="Google Shape;167;p6"/>
              <p:cNvSpPr/>
              <p:nvPr/>
            </p:nvSpPr>
            <p:spPr>
              <a:xfrm rot="10800000">
                <a:off x="6281280" y="42372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2" h="943">
                    <a:moveTo>
                      <a:pt x="1" y="943"/>
                    </a:moveTo>
                    <a:lnTo>
                      <a:pt x="941" y="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0" name="Google Shape;168;p6"/>
              <p:cNvSpPr/>
              <p:nvPr/>
            </p:nvSpPr>
            <p:spPr>
              <a:xfrm rot="10800000">
                <a:off x="6327720" y="31824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w="1" h="1933">
                    <a:moveTo>
                      <a:pt x="0" y="1"/>
                    </a:moveTo>
                    <a:lnTo>
                      <a:pt x="0" y="1933"/>
                    </a:lnTo>
                  </a:path>
                </a:pathLst>
              </a:custGeom>
              <a:solidFill>
                <a:srgbClr val="e0e9f7"/>
              </a:solidFill>
              <a:ln w="9525">
                <a:solidFill>
                  <a:srgbClr val="000000"/>
                </a:solidFill>
                <a:round/>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1" name="Google Shape;169;p6"/>
              <p:cNvSpPr/>
              <p:nvPr/>
            </p:nvSpPr>
            <p:spPr>
              <a:xfrm rot="10800000">
                <a:off x="6327720" y="318240"/>
                <a:ext cx="360" cy="47880"/>
              </a:xfrm>
              <a:custGeom>
                <a:avLst/>
                <a:gdLst>
                  <a:gd name="textAreaLeft" fmla="*/ 0 w 360"/>
                  <a:gd name="textAreaRight" fmla="*/ 720 w 360"/>
                  <a:gd name="textAreaTop" fmla="*/ 0 h 47880"/>
                  <a:gd name="textAreaBottom" fmla="*/ 48240 h 47880"/>
                </a:gdLst>
                <a:ahLst/>
                <a:cxnLst/>
                <a:rect l="textAreaLeft" t="textAreaTop" r="textAreaRight" b="textAreaBottom"/>
                <a:pathLst>
                  <a:path fill="none" w="1" h="1933">
                    <a:moveTo>
                      <a:pt x="0" y="1"/>
                    </a:moveTo>
                    <a:lnTo>
                      <a:pt x="0" y="1933"/>
                    </a:lnTo>
                  </a:path>
                </a:pathLst>
              </a:custGeom>
              <a:noFill/>
              <a:ln w="4150">
                <a:solidFill>
                  <a:srgbClr val="000000"/>
                </a:solidFill>
                <a:miter/>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2" name="Google Shape;170;p6"/>
              <p:cNvSpPr/>
              <p:nvPr/>
            </p:nvSpPr>
            <p:spPr>
              <a:xfrm rot="10800000">
                <a:off x="6281280" y="35280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2" h="942">
                    <a:moveTo>
                      <a:pt x="1" y="1"/>
                    </a:moveTo>
                    <a:lnTo>
                      <a:pt x="941" y="94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3" name="Google Shape;171;p6"/>
              <p:cNvSpPr/>
              <p:nvPr/>
            </p:nvSpPr>
            <p:spPr>
              <a:xfrm rot="10800000">
                <a:off x="6281280" y="35280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2" h="942">
                    <a:moveTo>
                      <a:pt x="1" y="1"/>
                    </a:moveTo>
                    <a:lnTo>
                      <a:pt x="941" y="94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4" name="Google Shape;172;p6"/>
              <p:cNvSpPr/>
              <p:nvPr/>
            </p:nvSpPr>
            <p:spPr>
              <a:xfrm rot="10800000">
                <a:off x="6362280" y="39924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w="1932" h="1">
                    <a:moveTo>
                      <a:pt x="1931" y="0"/>
                    </a:moveTo>
                    <a:lnTo>
                      <a:pt x="0" y="0"/>
                    </a:lnTo>
                  </a:path>
                </a:pathLst>
              </a:custGeom>
              <a:solidFill>
                <a:srgbClr val="e0e9f7"/>
              </a:solidFill>
              <a:ln w="9525">
                <a:solidFill>
                  <a:srgbClr val="000000"/>
                </a:solidFill>
                <a:round/>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5" name="Google Shape;173;p6"/>
              <p:cNvSpPr/>
              <p:nvPr/>
            </p:nvSpPr>
            <p:spPr>
              <a:xfrm rot="10800000">
                <a:off x="6362280" y="399240"/>
                <a:ext cx="47880" cy="360"/>
              </a:xfrm>
              <a:custGeom>
                <a:avLst/>
                <a:gdLst>
                  <a:gd name="textAreaLeft" fmla="*/ 0 w 47880"/>
                  <a:gd name="textAreaRight" fmla="*/ 48240 w 47880"/>
                  <a:gd name="textAreaTop" fmla="*/ 0 h 360"/>
                  <a:gd name="textAreaBottom" fmla="*/ 720 h 360"/>
                </a:gdLst>
                <a:ahLst/>
                <a:cxnLst/>
                <a:rect l="textAreaLeft" t="textAreaTop" r="textAreaRight" b="textAreaBottom"/>
                <a:pathLst>
                  <a:path fill="none" w="1932" h="1">
                    <a:moveTo>
                      <a:pt x="1931" y="0"/>
                    </a:moveTo>
                    <a:lnTo>
                      <a:pt x="0" y="0"/>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6" name="Google Shape;174;p6"/>
              <p:cNvSpPr/>
              <p:nvPr/>
            </p:nvSpPr>
            <p:spPr>
              <a:xfrm rot="10800000">
                <a:off x="6352560" y="35280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3" h="942">
                    <a:moveTo>
                      <a:pt x="943" y="1"/>
                    </a:moveTo>
                    <a:lnTo>
                      <a:pt x="1" y="94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7" name="Google Shape;175;p6"/>
              <p:cNvSpPr/>
              <p:nvPr/>
            </p:nvSpPr>
            <p:spPr>
              <a:xfrm rot="10800000">
                <a:off x="6352560" y="35280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3" h="942">
                    <a:moveTo>
                      <a:pt x="943" y="1"/>
                    </a:moveTo>
                    <a:lnTo>
                      <a:pt x="1" y="94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8" name="Google Shape;176;p6"/>
              <p:cNvSpPr/>
              <p:nvPr/>
            </p:nvSpPr>
            <p:spPr>
              <a:xfrm rot="10800000">
                <a:off x="6352560" y="42372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w="943" h="943">
                    <a:moveTo>
                      <a:pt x="943" y="943"/>
                    </a:moveTo>
                    <a:lnTo>
                      <a:pt x="1" y="1"/>
                    </a:lnTo>
                  </a:path>
                </a:pathLst>
              </a:custGeom>
              <a:solidFill>
                <a:srgbClr val="e0e9f7"/>
              </a:solidFill>
              <a:ln w="9525">
                <a:solidFill>
                  <a:srgbClr val="000000"/>
                </a:solidFill>
                <a:round/>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9" name="Google Shape;177;p6"/>
              <p:cNvSpPr/>
              <p:nvPr/>
            </p:nvSpPr>
            <p:spPr>
              <a:xfrm rot="10800000">
                <a:off x="6352560" y="423720"/>
                <a:ext cx="23040" cy="23040"/>
              </a:xfrm>
              <a:custGeom>
                <a:avLst/>
                <a:gdLst>
                  <a:gd name="textAreaLeft" fmla="*/ 0 w 23040"/>
                  <a:gd name="textAreaRight" fmla="*/ 23400 w 23040"/>
                  <a:gd name="textAreaTop" fmla="*/ 0 h 23040"/>
                  <a:gd name="textAreaBottom" fmla="*/ 23400 h 23040"/>
                </a:gdLst>
                <a:ahLst/>
                <a:cxnLst/>
                <a:rect l="textAreaLeft" t="textAreaTop" r="textAreaRight" b="textAreaBottom"/>
                <a:pathLst>
                  <a:path fill="none" w="943" h="943">
                    <a:moveTo>
                      <a:pt x="943" y="943"/>
                    </a:moveTo>
                    <a:lnTo>
                      <a:pt x="1" y="1"/>
                    </a:lnTo>
                  </a:path>
                </a:pathLst>
              </a:custGeom>
              <a:noFill/>
              <a:ln w="4150">
                <a:solidFill>
                  <a:srgbClr val="000000"/>
                </a:solidFill>
                <a:miter/>
              </a:ln>
            </p:spPr>
            <p:style>
              <a:lnRef idx="0"/>
              <a:fillRef idx="0"/>
              <a:effectRef idx="0"/>
              <a:fontRef idx="minor"/>
            </p:style>
            <p:txBody>
              <a:bodyPr tIns="11520" bIns="11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190" name="Google Shape;178;p6"/>
            <p:cNvSpPr/>
            <p:nvPr/>
          </p:nvSpPr>
          <p:spPr>
            <a:xfrm rot="10800000">
              <a:off x="124560" y="4702320"/>
              <a:ext cx="39240" cy="38880"/>
            </a:xfrm>
            <a:custGeom>
              <a:avLst/>
              <a:gdLst>
                <a:gd name="textAreaLeft" fmla="*/ 0 w 39240"/>
                <a:gd name="textAreaRight" fmla="*/ 39600 w 39240"/>
                <a:gd name="textAreaTop" fmla="*/ 0 h 38880"/>
                <a:gd name="textAreaBottom" fmla="*/ 39240 h 38880"/>
              </a:gdLst>
              <a:ahLst/>
              <a:cxnLst/>
              <a:rect l="textAreaLeft" t="textAreaTop" r="textAreaRight" b="textAreaBottom"/>
              <a:pathLst>
                <a:path w="812" h="811">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91" name="PlaceHolder 1"/>
          <p:cNvSpPr>
            <a:spLocks noGrp="1"/>
          </p:cNvSpPr>
          <p:nvPr>
            <p:ph type="title"/>
          </p:nvPr>
        </p:nvSpPr>
        <p:spPr>
          <a:xfrm>
            <a:off x="726840" y="539640"/>
            <a:ext cx="770364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9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193" name="Google Shape;891;p30"/>
          <p:cNvCxnSpPr/>
          <p:nvPr/>
        </p:nvCxnSpPr>
        <p:spPr>
          <a:xfrm>
            <a:off x="721800" y="4603680"/>
            <a:ext cx="7709400" cy="360"/>
          </a:xfrm>
          <a:prstGeom prst="straightConnector1">
            <a:avLst/>
          </a:prstGeom>
          <a:ln w="9525">
            <a:solidFill>
              <a:srgbClr val="000000"/>
            </a:solidFill>
            <a:round/>
          </a:ln>
        </p:spPr>
      </p:cxnSp>
      <p:grpSp>
        <p:nvGrpSpPr>
          <p:cNvPr id="194" name="Google Shape;893;p30"/>
          <p:cNvGrpSpPr/>
          <p:nvPr/>
        </p:nvGrpSpPr>
        <p:grpSpPr>
          <a:xfrm>
            <a:off x="5519160" y="846720"/>
            <a:ext cx="2377800" cy="3756960"/>
            <a:chOff x="5519160" y="846720"/>
            <a:chExt cx="2377800" cy="3756960"/>
          </a:xfrm>
        </p:grpSpPr>
        <p:grpSp>
          <p:nvGrpSpPr>
            <p:cNvPr id="195" name="Google Shape;894;p30"/>
            <p:cNvGrpSpPr/>
            <p:nvPr/>
          </p:nvGrpSpPr>
          <p:grpSpPr>
            <a:xfrm>
              <a:off x="7070400" y="846720"/>
              <a:ext cx="826560" cy="824400"/>
              <a:chOff x="7070400" y="846720"/>
              <a:chExt cx="826560" cy="824400"/>
            </a:xfrm>
          </p:grpSpPr>
          <p:sp>
            <p:nvSpPr>
              <p:cNvPr id="196" name="Google Shape;895;p30"/>
              <p:cNvSpPr/>
              <p:nvPr/>
            </p:nvSpPr>
            <p:spPr>
              <a:xfrm>
                <a:off x="7070400" y="846720"/>
                <a:ext cx="826560" cy="824400"/>
              </a:xfrm>
              <a:custGeom>
                <a:avLst/>
                <a:gdLst>
                  <a:gd name="textAreaLeft" fmla="*/ 0 w 826560"/>
                  <a:gd name="textAreaRight" fmla="*/ 826920 w 826560"/>
                  <a:gd name="textAreaTop" fmla="*/ 0 h 824400"/>
                  <a:gd name="textAreaBottom" fmla="*/ 824760 h 824400"/>
                </a:gdLst>
                <a:ahLst/>
                <a:cxnLst/>
                <a:rect l="textAreaLeft" t="textAreaTop" r="textAreaRight" b="textAreaBottom"/>
                <a:pathLst>
                  <a:path w="25789" h="25719">
                    <a:moveTo>
                      <a:pt x="1509" y="0"/>
                    </a:moveTo>
                    <a:cubicBezTo>
                      <a:pt x="680" y="0"/>
                      <a:pt x="1" y="678"/>
                      <a:pt x="1" y="1509"/>
                    </a:cubicBezTo>
                    <a:lnTo>
                      <a:pt x="1" y="18693"/>
                    </a:lnTo>
                    <a:cubicBezTo>
                      <a:pt x="1" y="19522"/>
                      <a:pt x="680" y="20201"/>
                      <a:pt x="1509" y="20201"/>
                    </a:cubicBezTo>
                    <a:lnTo>
                      <a:pt x="3191" y="20201"/>
                    </a:lnTo>
                    <a:lnTo>
                      <a:pt x="3191" y="25718"/>
                    </a:lnTo>
                    <a:lnTo>
                      <a:pt x="8709" y="20201"/>
                    </a:lnTo>
                    <a:lnTo>
                      <a:pt x="24280" y="20201"/>
                    </a:lnTo>
                    <a:cubicBezTo>
                      <a:pt x="25109" y="20201"/>
                      <a:pt x="25788" y="19522"/>
                      <a:pt x="25788" y="18693"/>
                    </a:cubicBezTo>
                    <a:lnTo>
                      <a:pt x="25788" y="1509"/>
                    </a:lnTo>
                    <a:cubicBezTo>
                      <a:pt x="25788" y="678"/>
                      <a:pt x="25109" y="0"/>
                      <a:pt x="24280" y="0"/>
                    </a:cubicBezTo>
                    <a:close/>
                  </a:path>
                </a:pathLst>
              </a:custGeom>
              <a:solidFill>
                <a:srgbClr val="ffffff"/>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97" name="Google Shape;896;p30"/>
              <p:cNvGrpSpPr/>
              <p:nvPr/>
            </p:nvGrpSpPr>
            <p:grpSpPr>
              <a:xfrm>
                <a:off x="7290360" y="912600"/>
                <a:ext cx="386640" cy="481320"/>
                <a:chOff x="7290360" y="912600"/>
                <a:chExt cx="386640" cy="481320"/>
              </a:xfrm>
            </p:grpSpPr>
            <p:sp>
              <p:nvSpPr>
                <p:cNvPr id="198" name="Google Shape;897;p30"/>
                <p:cNvSpPr/>
                <p:nvPr/>
              </p:nvSpPr>
              <p:spPr>
                <a:xfrm>
                  <a:off x="7410960" y="1264320"/>
                  <a:ext cx="145080" cy="27720"/>
                </a:xfrm>
                <a:custGeom>
                  <a:avLst/>
                  <a:gdLst>
                    <a:gd name="textAreaLeft" fmla="*/ 0 w 145080"/>
                    <a:gd name="textAreaRight" fmla="*/ 145440 w 145080"/>
                    <a:gd name="textAreaTop" fmla="*/ 0 h 27720"/>
                    <a:gd name="textAreaBottom" fmla="*/ 28080 h 27720"/>
                  </a:gdLst>
                  <a:ahLst/>
                  <a:cxnLst/>
                  <a:rect l="textAreaLeft" t="textAreaTop" r="textAreaRight" b="textAreaBottom"/>
                  <a:pathLst>
                    <a:path w="4530" h="875">
                      <a:moveTo>
                        <a:pt x="438" y="0"/>
                      </a:moveTo>
                      <a:cubicBezTo>
                        <a:pt x="198" y="0"/>
                        <a:pt x="1" y="197"/>
                        <a:pt x="1" y="437"/>
                      </a:cubicBezTo>
                      <a:cubicBezTo>
                        <a:pt x="1" y="678"/>
                        <a:pt x="198" y="874"/>
                        <a:pt x="438" y="874"/>
                      </a:cubicBezTo>
                      <a:lnTo>
                        <a:pt x="4092" y="874"/>
                      </a:lnTo>
                      <a:cubicBezTo>
                        <a:pt x="4333" y="874"/>
                        <a:pt x="4529" y="678"/>
                        <a:pt x="4529" y="437"/>
                      </a:cubicBezTo>
                      <a:cubicBezTo>
                        <a:pt x="4529" y="197"/>
                        <a:pt x="4333" y="0"/>
                        <a:pt x="4092" y="0"/>
                      </a:cubicBezTo>
                      <a:close/>
                    </a:path>
                  </a:pathLst>
                </a:custGeom>
                <a:solidFill>
                  <a:srgbClr val="a3bbe0">
                    <a:alpha val="64000"/>
                  </a:srgbClr>
                </a:solidFill>
                <a:ln w="4150">
                  <a:solidFill>
                    <a:srgbClr val="000000"/>
                  </a:solidFill>
                  <a:miter/>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9" name="Google Shape;898;p30"/>
                <p:cNvSpPr/>
                <p:nvPr/>
              </p:nvSpPr>
              <p:spPr>
                <a:xfrm>
                  <a:off x="7410960" y="1292400"/>
                  <a:ext cx="145080" cy="27720"/>
                </a:xfrm>
                <a:custGeom>
                  <a:avLst/>
                  <a:gdLst>
                    <a:gd name="textAreaLeft" fmla="*/ 0 w 145080"/>
                    <a:gd name="textAreaRight" fmla="*/ 145440 w 145080"/>
                    <a:gd name="textAreaTop" fmla="*/ 0 h 27720"/>
                    <a:gd name="textAreaBottom" fmla="*/ 28080 h 27720"/>
                  </a:gdLst>
                  <a:ahLst/>
                  <a:cxnLst/>
                  <a:rect l="textAreaLeft" t="textAreaTop" r="textAreaRight" b="textAreaBottom"/>
                  <a:pathLst>
                    <a:path w="4530" h="877">
                      <a:moveTo>
                        <a:pt x="438" y="0"/>
                      </a:moveTo>
                      <a:cubicBezTo>
                        <a:pt x="198" y="0"/>
                        <a:pt x="1" y="198"/>
                        <a:pt x="1" y="439"/>
                      </a:cubicBezTo>
                      <a:cubicBezTo>
                        <a:pt x="1" y="679"/>
                        <a:pt x="198" y="876"/>
                        <a:pt x="438" y="876"/>
                      </a:cubicBezTo>
                      <a:lnTo>
                        <a:pt x="4092" y="876"/>
                      </a:lnTo>
                      <a:cubicBezTo>
                        <a:pt x="4333" y="876"/>
                        <a:pt x="4529" y="679"/>
                        <a:pt x="4529" y="439"/>
                      </a:cubicBezTo>
                      <a:cubicBezTo>
                        <a:pt x="4529" y="197"/>
                        <a:pt x="4333" y="0"/>
                        <a:pt x="4092" y="0"/>
                      </a:cubicBezTo>
                      <a:close/>
                    </a:path>
                  </a:pathLst>
                </a:custGeom>
                <a:solidFill>
                  <a:srgbClr val="a3bbe0">
                    <a:alpha val="64000"/>
                  </a:srgbClr>
                </a:solidFill>
                <a:ln w="4150">
                  <a:solidFill>
                    <a:srgbClr val="000000"/>
                  </a:solidFill>
                  <a:miter/>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0" name="Google Shape;899;p30"/>
                <p:cNvSpPr/>
                <p:nvPr/>
              </p:nvSpPr>
              <p:spPr>
                <a:xfrm>
                  <a:off x="7414920" y="1320480"/>
                  <a:ext cx="136800" cy="27720"/>
                </a:xfrm>
                <a:custGeom>
                  <a:avLst/>
                  <a:gdLst>
                    <a:gd name="textAreaLeft" fmla="*/ 0 w 136800"/>
                    <a:gd name="textAreaRight" fmla="*/ 137160 w 136800"/>
                    <a:gd name="textAreaTop" fmla="*/ 0 h 27720"/>
                    <a:gd name="textAreaBottom" fmla="*/ 28080 h 27720"/>
                  </a:gdLst>
                  <a:ahLst/>
                  <a:cxnLst/>
                  <a:rect l="textAreaLeft" t="textAreaTop" r="textAreaRight" b="textAreaBottom"/>
                  <a:pathLst>
                    <a:path w="4277" h="876">
                      <a:moveTo>
                        <a:pt x="437" y="0"/>
                      </a:moveTo>
                      <a:cubicBezTo>
                        <a:pt x="197" y="0"/>
                        <a:pt x="0" y="197"/>
                        <a:pt x="0" y="437"/>
                      </a:cubicBezTo>
                      <a:cubicBezTo>
                        <a:pt x="0" y="678"/>
                        <a:pt x="197" y="876"/>
                        <a:pt x="437" y="876"/>
                      </a:cubicBezTo>
                      <a:lnTo>
                        <a:pt x="3839" y="876"/>
                      </a:lnTo>
                      <a:cubicBezTo>
                        <a:pt x="4080" y="876"/>
                        <a:pt x="4276" y="678"/>
                        <a:pt x="4276" y="437"/>
                      </a:cubicBezTo>
                      <a:cubicBezTo>
                        <a:pt x="4276" y="197"/>
                        <a:pt x="4080" y="0"/>
                        <a:pt x="3839" y="0"/>
                      </a:cubicBezTo>
                      <a:close/>
                    </a:path>
                  </a:pathLst>
                </a:custGeom>
                <a:solidFill>
                  <a:srgbClr val="a3bbe0">
                    <a:alpha val="64000"/>
                  </a:srgbClr>
                </a:solidFill>
                <a:ln w="4150">
                  <a:solidFill>
                    <a:srgbClr val="000000"/>
                  </a:solidFill>
                  <a:miter/>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1" name="Google Shape;900;p30"/>
                <p:cNvSpPr/>
                <p:nvPr/>
              </p:nvSpPr>
              <p:spPr>
                <a:xfrm>
                  <a:off x="7436520" y="1351440"/>
                  <a:ext cx="93960" cy="42480"/>
                </a:xfrm>
                <a:custGeom>
                  <a:avLst/>
                  <a:gdLst>
                    <a:gd name="textAreaLeft" fmla="*/ 0 w 93960"/>
                    <a:gd name="textAreaRight" fmla="*/ 94320 w 93960"/>
                    <a:gd name="textAreaTop" fmla="*/ 0 h 42480"/>
                    <a:gd name="textAreaBottom" fmla="*/ 42840 h 42480"/>
                  </a:gdLst>
                  <a:ahLst/>
                  <a:cxnLst/>
                  <a:rect l="textAreaLeft" t="textAreaTop" r="textAreaRight" b="textAreaBottom"/>
                  <a:pathLst>
                    <a:path w="2938" h="1339">
                      <a:moveTo>
                        <a:pt x="1" y="0"/>
                      </a:moveTo>
                      <a:cubicBezTo>
                        <a:pt x="1" y="739"/>
                        <a:pt x="659" y="1338"/>
                        <a:pt x="1469" y="1338"/>
                      </a:cubicBezTo>
                      <a:cubicBezTo>
                        <a:pt x="2280" y="1338"/>
                        <a:pt x="2938" y="739"/>
                        <a:pt x="2938" y="0"/>
                      </a:cubicBezTo>
                      <a:close/>
                    </a:path>
                  </a:pathLst>
                </a:custGeom>
                <a:solidFill>
                  <a:srgbClr val="a3bbe0">
                    <a:alpha val="64000"/>
                  </a:srgbClr>
                </a:solidFill>
                <a:ln w="0">
                  <a:noFill/>
                </a:ln>
              </p:spPr>
              <p:style>
                <a:lnRef idx="0"/>
                <a:fillRef idx="0"/>
                <a:effectRef idx="0"/>
                <a:fontRef idx="minor"/>
              </p:style>
              <p:txBody>
                <a:bodyPr tIns="21240" bIns="21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2" name="Google Shape;901;p30"/>
                <p:cNvSpPr/>
                <p:nvPr/>
              </p:nvSpPr>
              <p:spPr>
                <a:xfrm>
                  <a:off x="7436520" y="1351440"/>
                  <a:ext cx="93960" cy="42480"/>
                </a:xfrm>
                <a:custGeom>
                  <a:avLst/>
                  <a:gdLst>
                    <a:gd name="textAreaLeft" fmla="*/ 0 w 93960"/>
                    <a:gd name="textAreaRight" fmla="*/ 94320 w 93960"/>
                    <a:gd name="textAreaTop" fmla="*/ 0 h 42480"/>
                    <a:gd name="textAreaBottom" fmla="*/ 42840 h 42480"/>
                  </a:gdLst>
                  <a:ahLst/>
                  <a:cxnLst/>
                  <a:rect l="textAreaLeft" t="textAreaTop" r="textAreaRight" b="textAreaBottom"/>
                  <a:pathLst>
                    <a:path fill="none" w="2938" h="1339">
                      <a:moveTo>
                        <a:pt x="2938" y="0"/>
                      </a:moveTo>
                      <a:cubicBezTo>
                        <a:pt x="2938" y="739"/>
                        <a:pt x="2280" y="1338"/>
                        <a:pt x="1469" y="1338"/>
                      </a:cubicBezTo>
                      <a:cubicBezTo>
                        <a:pt x="659" y="1338"/>
                        <a:pt x="1" y="739"/>
                        <a:pt x="1" y="0"/>
                      </a:cubicBezTo>
                    </a:path>
                  </a:pathLst>
                </a:custGeom>
                <a:noFill/>
                <a:ln w="4150">
                  <a:solidFill>
                    <a:srgbClr val="000000"/>
                  </a:solidFill>
                  <a:miter/>
                </a:ln>
              </p:spPr>
              <p:style>
                <a:lnRef idx="0"/>
                <a:fillRef idx="0"/>
                <a:effectRef idx="0"/>
                <a:fontRef idx="minor"/>
              </p:style>
              <p:txBody>
                <a:bodyPr tIns="21240" bIns="21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3" name="Google Shape;902;p30"/>
                <p:cNvSpPr/>
                <p:nvPr/>
              </p:nvSpPr>
              <p:spPr>
                <a:xfrm>
                  <a:off x="7361280" y="987840"/>
                  <a:ext cx="244080" cy="272880"/>
                </a:xfrm>
                <a:custGeom>
                  <a:avLst/>
                  <a:gdLst>
                    <a:gd name="textAreaLeft" fmla="*/ 0 w 244080"/>
                    <a:gd name="textAreaRight" fmla="*/ 244440 w 244080"/>
                    <a:gd name="textAreaTop" fmla="*/ 0 h 272880"/>
                    <a:gd name="textAreaBottom" fmla="*/ 273240 h 272880"/>
                  </a:gdLst>
                  <a:ahLst/>
                  <a:cxnLst/>
                  <a:rect l="textAreaLeft" t="textAreaTop" r="textAreaRight" b="textAreaBottom"/>
                  <a:pathLst>
                    <a:path w="7626" h="8522">
                      <a:moveTo>
                        <a:pt x="3813" y="0"/>
                      </a:moveTo>
                      <a:cubicBezTo>
                        <a:pt x="3174" y="0"/>
                        <a:pt x="2535" y="159"/>
                        <a:pt x="1962" y="476"/>
                      </a:cubicBezTo>
                      <a:cubicBezTo>
                        <a:pt x="596" y="1231"/>
                        <a:pt x="1" y="2615"/>
                        <a:pt x="1" y="4001"/>
                      </a:cubicBezTo>
                      <a:cubicBezTo>
                        <a:pt x="1" y="5299"/>
                        <a:pt x="811" y="6219"/>
                        <a:pt x="1326" y="6671"/>
                      </a:cubicBezTo>
                      <a:cubicBezTo>
                        <a:pt x="1587" y="6901"/>
                        <a:pt x="1739" y="7230"/>
                        <a:pt x="1739" y="7577"/>
                      </a:cubicBezTo>
                      <a:lnTo>
                        <a:pt x="1739" y="8522"/>
                      </a:lnTo>
                      <a:lnTo>
                        <a:pt x="5887" y="8522"/>
                      </a:lnTo>
                      <a:lnTo>
                        <a:pt x="5887" y="7577"/>
                      </a:lnTo>
                      <a:cubicBezTo>
                        <a:pt x="5887" y="7230"/>
                        <a:pt x="6039" y="6902"/>
                        <a:pt x="6301" y="6671"/>
                      </a:cubicBezTo>
                      <a:cubicBezTo>
                        <a:pt x="6815" y="6219"/>
                        <a:pt x="7626" y="5299"/>
                        <a:pt x="7626" y="4001"/>
                      </a:cubicBezTo>
                      <a:cubicBezTo>
                        <a:pt x="7626" y="2615"/>
                        <a:pt x="7030" y="1231"/>
                        <a:pt x="5664" y="476"/>
                      </a:cubicBezTo>
                      <a:cubicBezTo>
                        <a:pt x="5092" y="159"/>
                        <a:pt x="4452" y="0"/>
                        <a:pt x="3813"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4" name="Google Shape;903;p30"/>
                <p:cNvSpPr/>
                <p:nvPr/>
              </p:nvSpPr>
              <p:spPr>
                <a:xfrm>
                  <a:off x="7361280" y="982440"/>
                  <a:ext cx="244080" cy="277920"/>
                </a:xfrm>
                <a:custGeom>
                  <a:avLst/>
                  <a:gdLst>
                    <a:gd name="textAreaLeft" fmla="*/ 0 w 244080"/>
                    <a:gd name="textAreaRight" fmla="*/ 244440 w 244080"/>
                    <a:gd name="textAreaTop" fmla="*/ 0 h 277920"/>
                    <a:gd name="textAreaBottom" fmla="*/ 278280 h 277920"/>
                  </a:gdLst>
                  <a:ahLst/>
                  <a:cxnLst/>
                  <a:rect l="textAreaLeft" t="textAreaTop" r="textAreaRight" b="textAreaBottom"/>
                  <a:pathLst>
                    <a:path fill="none" w="7626" h="8681">
                      <a:moveTo>
                        <a:pt x="5887" y="8681"/>
                      </a:moveTo>
                      <a:lnTo>
                        <a:pt x="5887" y="7736"/>
                      </a:lnTo>
                      <a:cubicBezTo>
                        <a:pt x="5887" y="7389"/>
                        <a:pt x="6039" y="7061"/>
                        <a:pt x="6301" y="6830"/>
                      </a:cubicBezTo>
                      <a:cubicBezTo>
                        <a:pt x="6815" y="6378"/>
                        <a:pt x="7626" y="5458"/>
                        <a:pt x="7626" y="4160"/>
                      </a:cubicBezTo>
                      <a:cubicBezTo>
                        <a:pt x="7626" y="2774"/>
                        <a:pt x="7030" y="1390"/>
                        <a:pt x="5664" y="635"/>
                      </a:cubicBezTo>
                      <a:cubicBezTo>
                        <a:pt x="4519" y="1"/>
                        <a:pt x="3108" y="1"/>
                        <a:pt x="1962" y="635"/>
                      </a:cubicBezTo>
                      <a:cubicBezTo>
                        <a:pt x="596" y="1390"/>
                        <a:pt x="1" y="2774"/>
                        <a:pt x="1" y="4160"/>
                      </a:cubicBezTo>
                      <a:cubicBezTo>
                        <a:pt x="1" y="5458"/>
                        <a:pt x="811" y="6378"/>
                        <a:pt x="1326" y="6830"/>
                      </a:cubicBezTo>
                      <a:cubicBezTo>
                        <a:pt x="1587" y="7060"/>
                        <a:pt x="1739" y="7389"/>
                        <a:pt x="1739" y="7736"/>
                      </a:cubicBezTo>
                      <a:lnTo>
                        <a:pt x="1739" y="8681"/>
                      </a:lnTo>
                    </a:path>
                  </a:pathLst>
                </a:custGeom>
                <a:no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5" name="Google Shape;904;p30"/>
                <p:cNvSpPr/>
                <p:nvPr/>
              </p:nvSpPr>
              <p:spPr>
                <a:xfrm>
                  <a:off x="7429320" y="1130760"/>
                  <a:ext cx="108000" cy="129960"/>
                </a:xfrm>
                <a:custGeom>
                  <a:avLst/>
                  <a:gdLst>
                    <a:gd name="textAreaLeft" fmla="*/ 0 w 108000"/>
                    <a:gd name="textAreaRight" fmla="*/ 108360 w 108000"/>
                    <a:gd name="textAreaTop" fmla="*/ 0 h 129960"/>
                    <a:gd name="textAreaBottom" fmla="*/ 130320 h 129960"/>
                  </a:gdLst>
                  <a:ahLst/>
                  <a:cxnLst/>
                  <a:rect l="textAreaLeft" t="textAreaTop" r="textAreaRight" b="textAreaBottom"/>
                  <a:pathLst>
                    <a:path fill="none" w="3379" h="4066">
                      <a:moveTo>
                        <a:pt x="2266" y="4066"/>
                      </a:moveTo>
                      <a:lnTo>
                        <a:pt x="2266" y="558"/>
                      </a:lnTo>
                      <a:cubicBezTo>
                        <a:pt x="2266" y="251"/>
                        <a:pt x="2516" y="1"/>
                        <a:pt x="2823" y="1"/>
                      </a:cubicBezTo>
                      <a:cubicBezTo>
                        <a:pt x="3130" y="1"/>
                        <a:pt x="3378" y="249"/>
                        <a:pt x="3378" y="558"/>
                      </a:cubicBezTo>
                      <a:cubicBezTo>
                        <a:pt x="3378" y="865"/>
                        <a:pt x="3130" y="1113"/>
                        <a:pt x="2823" y="1113"/>
                      </a:cubicBezTo>
                      <a:lnTo>
                        <a:pt x="556" y="1113"/>
                      </a:lnTo>
                      <a:cubicBezTo>
                        <a:pt x="249" y="1113"/>
                        <a:pt x="0" y="865"/>
                        <a:pt x="0" y="558"/>
                      </a:cubicBezTo>
                      <a:cubicBezTo>
                        <a:pt x="0" y="251"/>
                        <a:pt x="249" y="1"/>
                        <a:pt x="556" y="1"/>
                      </a:cubicBezTo>
                      <a:cubicBezTo>
                        <a:pt x="863" y="1"/>
                        <a:pt x="1113" y="249"/>
                        <a:pt x="1113" y="558"/>
                      </a:cubicBezTo>
                      <a:lnTo>
                        <a:pt x="1113" y="4066"/>
                      </a:lnTo>
                    </a:path>
                  </a:pathLst>
                </a:custGeom>
                <a:noFill/>
                <a:ln w="4150">
                  <a:solidFill>
                    <a:srgbClr val="000000"/>
                  </a:solidFill>
                  <a:miter/>
                </a:ln>
              </p:spPr>
              <p:style>
                <a:lnRef idx="0"/>
                <a:fillRef idx="0"/>
                <a:effectRef idx="0"/>
                <a:fontRef idx="minor"/>
              </p:style>
              <p:txBody>
                <a:bodyPr tIns="65160" bIns="65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6" name="Google Shape;905;p30"/>
                <p:cNvSpPr/>
                <p:nvPr/>
              </p:nvSpPr>
              <p:spPr>
                <a:xfrm>
                  <a:off x="7483680" y="912600"/>
                  <a:ext cx="360" cy="46080"/>
                </a:xfrm>
                <a:custGeom>
                  <a:avLst/>
                  <a:gdLst>
                    <a:gd name="textAreaLeft" fmla="*/ 0 w 360"/>
                    <a:gd name="textAreaRight" fmla="*/ 720 w 360"/>
                    <a:gd name="textAreaTop" fmla="*/ 0 h 46080"/>
                    <a:gd name="textAreaBottom" fmla="*/ 46440 h 46080"/>
                  </a:gdLst>
                  <a:ahLst/>
                  <a:cxnLst/>
                  <a:rect l="textAreaLeft" t="textAreaTop" r="textAreaRight" b="textAreaBottom"/>
                  <a:pathLst>
                    <a:path w="1" h="1446">
                      <a:moveTo>
                        <a:pt x="0" y="1446"/>
                      </a:moveTo>
                      <a:lnTo>
                        <a:pt x="0" y="0"/>
                      </a:lnTo>
                    </a:path>
                  </a:pathLst>
                </a:custGeom>
                <a:solidFill>
                  <a:srgbClr val="e0e9f7"/>
                </a:solidFill>
                <a:ln w="0">
                  <a:noFill/>
                </a:ln>
              </p:spPr>
              <p:style>
                <a:lnRef idx="0"/>
                <a:fillRef idx="0"/>
                <a:effectRef idx="0"/>
                <a:fontRef idx="minor"/>
              </p:style>
              <p:txBody>
                <a:bodyPr tIns="23040" bIns="23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7" name="Google Shape;906;p30"/>
                <p:cNvSpPr/>
                <p:nvPr/>
              </p:nvSpPr>
              <p:spPr>
                <a:xfrm>
                  <a:off x="7483680" y="912600"/>
                  <a:ext cx="360" cy="46080"/>
                </a:xfrm>
                <a:custGeom>
                  <a:avLst/>
                  <a:gdLst>
                    <a:gd name="textAreaLeft" fmla="*/ 0 w 360"/>
                    <a:gd name="textAreaRight" fmla="*/ 720 w 360"/>
                    <a:gd name="textAreaTop" fmla="*/ 0 h 46080"/>
                    <a:gd name="textAreaBottom" fmla="*/ 46440 h 46080"/>
                  </a:gdLst>
                  <a:ahLst/>
                  <a:cxnLst/>
                  <a:rect l="textAreaLeft" t="textAreaTop" r="textAreaRight" b="textAreaBottom"/>
                  <a:pathLst>
                    <a:path fill="none" w="1" h="1446">
                      <a:moveTo>
                        <a:pt x="0" y="1446"/>
                      </a:moveTo>
                      <a:lnTo>
                        <a:pt x="0" y="0"/>
                      </a:lnTo>
                    </a:path>
                  </a:pathLst>
                </a:custGeom>
                <a:noFill/>
                <a:ln w="4150">
                  <a:solidFill>
                    <a:srgbClr val="000000"/>
                  </a:solidFill>
                  <a:miter/>
                </a:ln>
              </p:spPr>
              <p:style>
                <a:lnRef idx="0"/>
                <a:fillRef idx="0"/>
                <a:effectRef idx="0"/>
                <a:fontRef idx="minor"/>
              </p:style>
              <p:txBody>
                <a:bodyPr tIns="23040" bIns="23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8" name="Google Shape;907;p30"/>
                <p:cNvSpPr/>
                <p:nvPr/>
              </p:nvSpPr>
              <p:spPr>
                <a:xfrm>
                  <a:off x="7542360" y="928800"/>
                  <a:ext cx="18000" cy="42120"/>
                </a:xfrm>
                <a:custGeom>
                  <a:avLst/>
                  <a:gdLst>
                    <a:gd name="textAreaLeft" fmla="*/ 0 w 18000"/>
                    <a:gd name="textAreaRight" fmla="*/ 18360 w 18000"/>
                    <a:gd name="textAreaTop" fmla="*/ 0 h 42120"/>
                    <a:gd name="textAreaBottom" fmla="*/ 42480 h 42120"/>
                  </a:gdLst>
                  <a:ahLst/>
                  <a:cxnLst/>
                  <a:rect l="textAreaLeft" t="textAreaTop" r="textAreaRight" b="textAreaBottom"/>
                  <a:pathLst>
                    <a:path w="577" h="1327">
                      <a:moveTo>
                        <a:pt x="1" y="1327"/>
                      </a:moveTo>
                      <a:lnTo>
                        <a:pt x="576" y="1"/>
                      </a:lnTo>
                    </a:path>
                  </a:pathLst>
                </a:custGeom>
                <a:solidFill>
                  <a:srgbClr val="e0e9f7"/>
                </a:solidFill>
                <a:ln w="0">
                  <a:noFill/>
                </a:ln>
              </p:spPr>
              <p:style>
                <a:lnRef idx="0"/>
                <a:fillRef idx="0"/>
                <a:effectRef idx="0"/>
                <a:fontRef idx="minor"/>
              </p:style>
              <p:txBody>
                <a:bodyPr tIns="21240" bIns="21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9" name="Google Shape;908;p30"/>
                <p:cNvSpPr/>
                <p:nvPr/>
              </p:nvSpPr>
              <p:spPr>
                <a:xfrm>
                  <a:off x="7542360" y="928800"/>
                  <a:ext cx="18000" cy="42120"/>
                </a:xfrm>
                <a:custGeom>
                  <a:avLst/>
                  <a:gdLst>
                    <a:gd name="textAreaLeft" fmla="*/ 0 w 18000"/>
                    <a:gd name="textAreaRight" fmla="*/ 18360 w 18000"/>
                    <a:gd name="textAreaTop" fmla="*/ 0 h 42120"/>
                    <a:gd name="textAreaBottom" fmla="*/ 42480 h 42120"/>
                  </a:gdLst>
                  <a:ahLst/>
                  <a:cxnLst/>
                  <a:rect l="textAreaLeft" t="textAreaTop" r="textAreaRight" b="textAreaBottom"/>
                  <a:pathLst>
                    <a:path fill="none" w="577" h="1327">
                      <a:moveTo>
                        <a:pt x="1" y="1327"/>
                      </a:moveTo>
                      <a:lnTo>
                        <a:pt x="576" y="1"/>
                      </a:lnTo>
                    </a:path>
                  </a:pathLst>
                </a:custGeom>
                <a:noFill/>
                <a:ln w="4150">
                  <a:solidFill>
                    <a:srgbClr val="000000"/>
                  </a:solidFill>
                  <a:miter/>
                </a:ln>
              </p:spPr>
              <p:style>
                <a:lnRef idx="0"/>
                <a:fillRef idx="0"/>
                <a:effectRef idx="0"/>
                <a:fontRef idx="minor"/>
              </p:style>
              <p:txBody>
                <a:bodyPr tIns="21240" bIns="21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0" name="Google Shape;909;p30"/>
                <p:cNvSpPr/>
                <p:nvPr/>
              </p:nvSpPr>
              <p:spPr>
                <a:xfrm>
                  <a:off x="7591680" y="974160"/>
                  <a:ext cx="33480" cy="31320"/>
                </a:xfrm>
                <a:custGeom>
                  <a:avLst/>
                  <a:gdLst>
                    <a:gd name="textAreaLeft" fmla="*/ 0 w 33480"/>
                    <a:gd name="textAreaRight" fmla="*/ 33840 w 33480"/>
                    <a:gd name="textAreaTop" fmla="*/ 0 h 31320"/>
                    <a:gd name="textAreaBottom" fmla="*/ 31680 h 31320"/>
                  </a:gdLst>
                  <a:ahLst/>
                  <a:cxnLst/>
                  <a:rect l="textAreaLeft" t="textAreaTop" r="textAreaRight" b="textAreaBottom"/>
                  <a:pathLst>
                    <a:path w="1056" h="988">
                      <a:moveTo>
                        <a:pt x="1" y="988"/>
                      </a:moveTo>
                      <a:lnTo>
                        <a:pt x="1056" y="1"/>
                      </a:lnTo>
                    </a:path>
                  </a:pathLst>
                </a:custGeom>
                <a:solidFill>
                  <a:srgbClr val="e0e9f7"/>
                </a:solidFill>
                <a:ln w="0">
                  <a:noFill/>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1" name="Google Shape;910;p30"/>
                <p:cNvSpPr/>
                <p:nvPr/>
              </p:nvSpPr>
              <p:spPr>
                <a:xfrm>
                  <a:off x="7591680" y="974160"/>
                  <a:ext cx="33480" cy="31320"/>
                </a:xfrm>
                <a:custGeom>
                  <a:avLst/>
                  <a:gdLst>
                    <a:gd name="textAreaLeft" fmla="*/ 0 w 33480"/>
                    <a:gd name="textAreaRight" fmla="*/ 33840 w 33480"/>
                    <a:gd name="textAreaTop" fmla="*/ 0 h 31320"/>
                    <a:gd name="textAreaBottom" fmla="*/ 31680 h 31320"/>
                  </a:gdLst>
                  <a:ahLst/>
                  <a:cxnLst/>
                  <a:rect l="textAreaLeft" t="textAreaTop" r="textAreaRight" b="textAreaBottom"/>
                  <a:pathLst>
                    <a:path fill="none" w="1056" h="988">
                      <a:moveTo>
                        <a:pt x="1" y="988"/>
                      </a:moveTo>
                      <a:lnTo>
                        <a:pt x="1056" y="1"/>
                      </a:lnTo>
                    </a:path>
                  </a:pathLst>
                </a:custGeom>
                <a:noFill/>
                <a:ln w="4150">
                  <a:solidFill>
                    <a:srgbClr val="000000"/>
                  </a:solidFill>
                  <a:miter/>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2" name="Google Shape;911;p30"/>
                <p:cNvSpPr/>
                <p:nvPr/>
              </p:nvSpPr>
              <p:spPr>
                <a:xfrm>
                  <a:off x="7622640" y="1041480"/>
                  <a:ext cx="43200" cy="15120"/>
                </a:xfrm>
                <a:custGeom>
                  <a:avLst/>
                  <a:gdLst>
                    <a:gd name="textAreaLeft" fmla="*/ 0 w 43200"/>
                    <a:gd name="textAreaRight" fmla="*/ 43560 w 43200"/>
                    <a:gd name="textAreaTop" fmla="*/ 0 h 15120"/>
                    <a:gd name="textAreaBottom" fmla="*/ 15480 h 15120"/>
                  </a:gdLst>
                  <a:ahLst/>
                  <a:cxnLst/>
                  <a:rect l="textAreaLeft" t="textAreaTop" r="textAreaRight" b="textAreaBottom"/>
                  <a:pathLst>
                    <a:path w="1361" h="486">
                      <a:moveTo>
                        <a:pt x="0" y="485"/>
                      </a:moveTo>
                      <a:lnTo>
                        <a:pt x="1361" y="0"/>
                      </a:lnTo>
                    </a:path>
                  </a:pathLst>
                </a:custGeom>
                <a:solidFill>
                  <a:srgbClr val="e0e9f7"/>
                </a:solidFill>
                <a:ln w="0">
                  <a:noFill/>
                </a:ln>
              </p:spPr>
              <p:style>
                <a:lnRef idx="0"/>
                <a:fillRef idx="0"/>
                <a:effectRef idx="0"/>
                <a:fontRef idx="minor"/>
              </p:style>
              <p:txBody>
                <a:bodyPr tIns="7560" bIns="7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3" name="Google Shape;912;p30"/>
                <p:cNvSpPr/>
                <p:nvPr/>
              </p:nvSpPr>
              <p:spPr>
                <a:xfrm>
                  <a:off x="7622640" y="1041480"/>
                  <a:ext cx="43200" cy="15120"/>
                </a:xfrm>
                <a:custGeom>
                  <a:avLst/>
                  <a:gdLst>
                    <a:gd name="textAreaLeft" fmla="*/ 0 w 43200"/>
                    <a:gd name="textAreaRight" fmla="*/ 43560 w 43200"/>
                    <a:gd name="textAreaTop" fmla="*/ 0 h 15120"/>
                    <a:gd name="textAreaBottom" fmla="*/ 15480 h 15120"/>
                  </a:gdLst>
                  <a:ahLst/>
                  <a:cxnLst/>
                  <a:rect l="textAreaLeft" t="textAreaTop" r="textAreaRight" b="textAreaBottom"/>
                  <a:pathLst>
                    <a:path fill="none" w="1361" h="486">
                      <a:moveTo>
                        <a:pt x="0" y="485"/>
                      </a:moveTo>
                      <a:lnTo>
                        <a:pt x="1361" y="0"/>
                      </a:lnTo>
                    </a:path>
                  </a:pathLst>
                </a:custGeom>
                <a:noFill/>
                <a:ln w="4150">
                  <a:solidFill>
                    <a:srgbClr val="000000"/>
                  </a:solidFill>
                  <a:miter/>
                </a:ln>
              </p:spPr>
              <p:style>
                <a:lnRef idx="0"/>
                <a:fillRef idx="0"/>
                <a:effectRef idx="0"/>
                <a:fontRef idx="minor"/>
              </p:style>
              <p:txBody>
                <a:bodyPr tIns="7560" bIns="7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4" name="Google Shape;913;p30"/>
                <p:cNvSpPr/>
                <p:nvPr/>
              </p:nvSpPr>
              <p:spPr>
                <a:xfrm>
                  <a:off x="7630920" y="1116720"/>
                  <a:ext cx="46080" cy="2880"/>
                </a:xfrm>
                <a:custGeom>
                  <a:avLst/>
                  <a:gdLst>
                    <a:gd name="textAreaLeft" fmla="*/ 0 w 46080"/>
                    <a:gd name="textAreaRight" fmla="*/ 46440 w 46080"/>
                    <a:gd name="textAreaTop" fmla="*/ 0 h 2880"/>
                    <a:gd name="textAreaBottom" fmla="*/ 3240 h 2880"/>
                  </a:gdLst>
                  <a:ahLst/>
                  <a:cxnLst/>
                  <a:rect l="textAreaLeft" t="textAreaTop" r="textAreaRight" b="textAreaBottom"/>
                  <a:pathLst>
                    <a:path w="1443" h="97">
                      <a:moveTo>
                        <a:pt x="1" y="0"/>
                      </a:moveTo>
                      <a:lnTo>
                        <a:pt x="1443" y="96"/>
                      </a:lnTo>
                    </a:path>
                  </a:pathLst>
                </a:custGeom>
                <a:solidFill>
                  <a:srgbClr val="e0e9f7"/>
                </a:solidFill>
                <a:ln w="0">
                  <a:noFill/>
                </a:ln>
              </p:spPr>
              <p:style>
                <a:lnRef idx="0"/>
                <a:fillRef idx="0"/>
                <a:effectRef idx="0"/>
                <a:fontRef idx="minor"/>
              </p:style>
              <p:txBody>
                <a:bodyPr tIns="1440" bIns="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5" name="Google Shape;914;p30"/>
                <p:cNvSpPr/>
                <p:nvPr/>
              </p:nvSpPr>
              <p:spPr>
                <a:xfrm>
                  <a:off x="7630920" y="1116720"/>
                  <a:ext cx="46080" cy="2880"/>
                </a:xfrm>
                <a:custGeom>
                  <a:avLst/>
                  <a:gdLst>
                    <a:gd name="textAreaLeft" fmla="*/ 0 w 46080"/>
                    <a:gd name="textAreaRight" fmla="*/ 46440 w 46080"/>
                    <a:gd name="textAreaTop" fmla="*/ 0 h 2880"/>
                    <a:gd name="textAreaBottom" fmla="*/ 3240 h 2880"/>
                  </a:gdLst>
                  <a:ahLst/>
                  <a:cxnLst/>
                  <a:rect l="textAreaLeft" t="textAreaTop" r="textAreaRight" b="textAreaBottom"/>
                  <a:pathLst>
                    <a:path fill="none" w="1443" h="97">
                      <a:moveTo>
                        <a:pt x="1" y="0"/>
                      </a:moveTo>
                      <a:lnTo>
                        <a:pt x="1443" y="96"/>
                      </a:lnTo>
                    </a:path>
                  </a:pathLst>
                </a:custGeom>
                <a:noFill/>
                <a:ln w="4150">
                  <a:solidFill>
                    <a:srgbClr val="000000"/>
                  </a:solidFill>
                  <a:miter/>
                </a:ln>
              </p:spPr>
              <p:style>
                <a:lnRef idx="0"/>
                <a:fillRef idx="0"/>
                <a:effectRef idx="0"/>
                <a:fontRef idx="minor"/>
              </p:style>
              <p:txBody>
                <a:bodyPr tIns="1440" bIns="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6" name="Google Shape;915;p30"/>
                <p:cNvSpPr/>
                <p:nvPr/>
              </p:nvSpPr>
              <p:spPr>
                <a:xfrm>
                  <a:off x="7615080" y="1174320"/>
                  <a:ext cx="40680" cy="20880"/>
                </a:xfrm>
                <a:custGeom>
                  <a:avLst/>
                  <a:gdLst>
                    <a:gd name="textAreaLeft" fmla="*/ 0 w 40680"/>
                    <a:gd name="textAreaRight" fmla="*/ 41040 w 40680"/>
                    <a:gd name="textAreaTop" fmla="*/ 0 h 20880"/>
                    <a:gd name="textAreaBottom" fmla="*/ 21240 h 20880"/>
                  </a:gdLst>
                  <a:ahLst/>
                  <a:cxnLst/>
                  <a:rect l="textAreaLeft" t="textAreaTop" r="textAreaRight" b="textAreaBottom"/>
                  <a:pathLst>
                    <a:path w="1285" h="663">
                      <a:moveTo>
                        <a:pt x="1" y="1"/>
                      </a:moveTo>
                      <a:lnTo>
                        <a:pt x="1285" y="663"/>
                      </a:lnTo>
                    </a:path>
                  </a:pathLst>
                </a:custGeom>
                <a:solidFill>
                  <a:srgbClr val="e0e9f7"/>
                </a:solidFill>
                <a:ln w="0">
                  <a:noFill/>
                </a:ln>
              </p:spPr>
              <p:style>
                <a:lnRef idx="0"/>
                <a:fillRef idx="0"/>
                <a:effectRef idx="0"/>
                <a:fontRef idx="minor"/>
              </p:style>
              <p:txBody>
                <a:bodyPr tIns="10440" bIns="10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7" name="Google Shape;916;p30"/>
                <p:cNvSpPr/>
                <p:nvPr/>
              </p:nvSpPr>
              <p:spPr>
                <a:xfrm>
                  <a:off x="7615080" y="1174320"/>
                  <a:ext cx="40680" cy="20880"/>
                </a:xfrm>
                <a:custGeom>
                  <a:avLst/>
                  <a:gdLst>
                    <a:gd name="textAreaLeft" fmla="*/ 0 w 40680"/>
                    <a:gd name="textAreaRight" fmla="*/ 41040 w 40680"/>
                    <a:gd name="textAreaTop" fmla="*/ 0 h 20880"/>
                    <a:gd name="textAreaBottom" fmla="*/ 21240 h 20880"/>
                  </a:gdLst>
                  <a:ahLst/>
                  <a:cxnLst/>
                  <a:rect l="textAreaLeft" t="textAreaTop" r="textAreaRight" b="textAreaBottom"/>
                  <a:pathLst>
                    <a:path fill="none" w="1285" h="663">
                      <a:moveTo>
                        <a:pt x="1" y="1"/>
                      </a:moveTo>
                      <a:lnTo>
                        <a:pt x="1285" y="663"/>
                      </a:lnTo>
                    </a:path>
                  </a:pathLst>
                </a:custGeom>
                <a:noFill/>
                <a:ln w="4150">
                  <a:solidFill>
                    <a:srgbClr val="000000"/>
                  </a:solidFill>
                  <a:miter/>
                </a:ln>
              </p:spPr>
              <p:style>
                <a:lnRef idx="0"/>
                <a:fillRef idx="0"/>
                <a:effectRef idx="0"/>
                <a:fontRef idx="minor"/>
              </p:style>
              <p:txBody>
                <a:bodyPr tIns="10440" bIns="10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8" name="Google Shape;917;p30"/>
                <p:cNvSpPr/>
                <p:nvPr/>
              </p:nvSpPr>
              <p:spPr>
                <a:xfrm>
                  <a:off x="7406640" y="928800"/>
                  <a:ext cx="18000" cy="42120"/>
                </a:xfrm>
                <a:custGeom>
                  <a:avLst/>
                  <a:gdLst>
                    <a:gd name="textAreaLeft" fmla="*/ 0 w 18000"/>
                    <a:gd name="textAreaRight" fmla="*/ 18360 w 18000"/>
                    <a:gd name="textAreaTop" fmla="*/ 0 h 42120"/>
                    <a:gd name="textAreaBottom" fmla="*/ 42480 h 42120"/>
                  </a:gdLst>
                  <a:ahLst/>
                  <a:cxnLst/>
                  <a:rect l="textAreaLeft" t="textAreaTop" r="textAreaRight" b="textAreaBottom"/>
                  <a:pathLst>
                    <a:path w="577" h="1327">
                      <a:moveTo>
                        <a:pt x="576" y="1327"/>
                      </a:moveTo>
                      <a:lnTo>
                        <a:pt x="1" y="1"/>
                      </a:lnTo>
                    </a:path>
                  </a:pathLst>
                </a:custGeom>
                <a:solidFill>
                  <a:srgbClr val="e0e9f7"/>
                </a:solidFill>
                <a:ln w="0">
                  <a:noFill/>
                </a:ln>
              </p:spPr>
              <p:style>
                <a:lnRef idx="0"/>
                <a:fillRef idx="0"/>
                <a:effectRef idx="0"/>
                <a:fontRef idx="minor"/>
              </p:style>
              <p:txBody>
                <a:bodyPr tIns="21240" bIns="21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9" name="Google Shape;918;p30"/>
                <p:cNvSpPr/>
                <p:nvPr/>
              </p:nvSpPr>
              <p:spPr>
                <a:xfrm>
                  <a:off x="7406640" y="928800"/>
                  <a:ext cx="18000" cy="42120"/>
                </a:xfrm>
                <a:custGeom>
                  <a:avLst/>
                  <a:gdLst>
                    <a:gd name="textAreaLeft" fmla="*/ 0 w 18000"/>
                    <a:gd name="textAreaRight" fmla="*/ 18360 w 18000"/>
                    <a:gd name="textAreaTop" fmla="*/ 0 h 42120"/>
                    <a:gd name="textAreaBottom" fmla="*/ 42480 h 42120"/>
                  </a:gdLst>
                  <a:ahLst/>
                  <a:cxnLst/>
                  <a:rect l="textAreaLeft" t="textAreaTop" r="textAreaRight" b="textAreaBottom"/>
                  <a:pathLst>
                    <a:path fill="none" w="577" h="1327">
                      <a:moveTo>
                        <a:pt x="576" y="1327"/>
                      </a:moveTo>
                      <a:lnTo>
                        <a:pt x="1" y="1"/>
                      </a:lnTo>
                    </a:path>
                  </a:pathLst>
                </a:custGeom>
                <a:noFill/>
                <a:ln w="4150">
                  <a:solidFill>
                    <a:srgbClr val="000000"/>
                  </a:solidFill>
                  <a:miter/>
                </a:ln>
              </p:spPr>
              <p:style>
                <a:lnRef idx="0"/>
                <a:fillRef idx="0"/>
                <a:effectRef idx="0"/>
                <a:fontRef idx="minor"/>
              </p:style>
              <p:txBody>
                <a:bodyPr tIns="21240" bIns="21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0" name="Google Shape;919;p30"/>
                <p:cNvSpPr/>
                <p:nvPr/>
              </p:nvSpPr>
              <p:spPr>
                <a:xfrm>
                  <a:off x="7342200" y="974160"/>
                  <a:ext cx="33480" cy="31320"/>
                </a:xfrm>
                <a:custGeom>
                  <a:avLst/>
                  <a:gdLst>
                    <a:gd name="textAreaLeft" fmla="*/ 0 w 33480"/>
                    <a:gd name="textAreaRight" fmla="*/ 33840 w 33480"/>
                    <a:gd name="textAreaTop" fmla="*/ 0 h 31320"/>
                    <a:gd name="textAreaBottom" fmla="*/ 31680 h 31320"/>
                  </a:gdLst>
                  <a:ahLst/>
                  <a:cxnLst/>
                  <a:rect l="textAreaLeft" t="textAreaTop" r="textAreaRight" b="textAreaBottom"/>
                  <a:pathLst>
                    <a:path w="1054" h="988">
                      <a:moveTo>
                        <a:pt x="1054" y="988"/>
                      </a:moveTo>
                      <a:lnTo>
                        <a:pt x="0" y="1"/>
                      </a:lnTo>
                    </a:path>
                  </a:pathLst>
                </a:custGeom>
                <a:solidFill>
                  <a:srgbClr val="e0e9f7"/>
                </a:solidFill>
                <a:ln w="0">
                  <a:noFill/>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1" name="Google Shape;920;p30"/>
                <p:cNvSpPr/>
                <p:nvPr/>
              </p:nvSpPr>
              <p:spPr>
                <a:xfrm>
                  <a:off x="7342200" y="974160"/>
                  <a:ext cx="33480" cy="31320"/>
                </a:xfrm>
                <a:custGeom>
                  <a:avLst/>
                  <a:gdLst>
                    <a:gd name="textAreaLeft" fmla="*/ 0 w 33480"/>
                    <a:gd name="textAreaRight" fmla="*/ 33840 w 33480"/>
                    <a:gd name="textAreaTop" fmla="*/ 0 h 31320"/>
                    <a:gd name="textAreaBottom" fmla="*/ 31680 h 31320"/>
                  </a:gdLst>
                  <a:ahLst/>
                  <a:cxnLst/>
                  <a:rect l="textAreaLeft" t="textAreaTop" r="textAreaRight" b="textAreaBottom"/>
                  <a:pathLst>
                    <a:path fill="none" w="1054" h="988">
                      <a:moveTo>
                        <a:pt x="1054" y="988"/>
                      </a:moveTo>
                      <a:lnTo>
                        <a:pt x="0" y="1"/>
                      </a:lnTo>
                    </a:path>
                  </a:pathLst>
                </a:custGeom>
                <a:noFill/>
                <a:ln w="4150">
                  <a:solidFill>
                    <a:srgbClr val="000000"/>
                  </a:solidFill>
                  <a:miter/>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2" name="Google Shape;921;p30"/>
                <p:cNvSpPr/>
                <p:nvPr/>
              </p:nvSpPr>
              <p:spPr>
                <a:xfrm>
                  <a:off x="7301160" y="1041480"/>
                  <a:ext cx="43200" cy="15120"/>
                </a:xfrm>
                <a:custGeom>
                  <a:avLst/>
                  <a:gdLst>
                    <a:gd name="textAreaLeft" fmla="*/ 0 w 43200"/>
                    <a:gd name="textAreaRight" fmla="*/ 43560 w 43200"/>
                    <a:gd name="textAreaTop" fmla="*/ 0 h 15120"/>
                    <a:gd name="textAreaBottom" fmla="*/ 15480 h 15120"/>
                  </a:gdLst>
                  <a:ahLst/>
                  <a:cxnLst/>
                  <a:rect l="textAreaLeft" t="textAreaTop" r="textAreaRight" b="textAreaBottom"/>
                  <a:pathLst>
                    <a:path w="1361" h="486">
                      <a:moveTo>
                        <a:pt x="1361" y="485"/>
                      </a:moveTo>
                      <a:lnTo>
                        <a:pt x="0" y="0"/>
                      </a:lnTo>
                    </a:path>
                  </a:pathLst>
                </a:custGeom>
                <a:solidFill>
                  <a:srgbClr val="e0e9f7"/>
                </a:solidFill>
                <a:ln w="0">
                  <a:noFill/>
                </a:ln>
              </p:spPr>
              <p:style>
                <a:lnRef idx="0"/>
                <a:fillRef idx="0"/>
                <a:effectRef idx="0"/>
                <a:fontRef idx="minor"/>
              </p:style>
              <p:txBody>
                <a:bodyPr tIns="7560" bIns="7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3" name="Google Shape;922;p30"/>
                <p:cNvSpPr/>
                <p:nvPr/>
              </p:nvSpPr>
              <p:spPr>
                <a:xfrm>
                  <a:off x="7301160" y="1041480"/>
                  <a:ext cx="43200" cy="15120"/>
                </a:xfrm>
                <a:custGeom>
                  <a:avLst/>
                  <a:gdLst>
                    <a:gd name="textAreaLeft" fmla="*/ 0 w 43200"/>
                    <a:gd name="textAreaRight" fmla="*/ 43560 w 43200"/>
                    <a:gd name="textAreaTop" fmla="*/ 0 h 15120"/>
                    <a:gd name="textAreaBottom" fmla="*/ 15480 h 15120"/>
                  </a:gdLst>
                  <a:ahLst/>
                  <a:cxnLst/>
                  <a:rect l="textAreaLeft" t="textAreaTop" r="textAreaRight" b="textAreaBottom"/>
                  <a:pathLst>
                    <a:path fill="none" w="1361" h="486">
                      <a:moveTo>
                        <a:pt x="1361" y="485"/>
                      </a:moveTo>
                      <a:lnTo>
                        <a:pt x="0" y="0"/>
                      </a:lnTo>
                    </a:path>
                  </a:pathLst>
                </a:custGeom>
                <a:noFill/>
                <a:ln w="4150">
                  <a:solidFill>
                    <a:srgbClr val="000000"/>
                  </a:solidFill>
                  <a:miter/>
                </a:ln>
              </p:spPr>
              <p:style>
                <a:lnRef idx="0"/>
                <a:fillRef idx="0"/>
                <a:effectRef idx="0"/>
                <a:fontRef idx="minor"/>
              </p:style>
              <p:txBody>
                <a:bodyPr tIns="7560" bIns="7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4" name="Google Shape;923;p30"/>
                <p:cNvSpPr/>
                <p:nvPr/>
              </p:nvSpPr>
              <p:spPr>
                <a:xfrm>
                  <a:off x="7290360" y="1116720"/>
                  <a:ext cx="46080" cy="2880"/>
                </a:xfrm>
                <a:custGeom>
                  <a:avLst/>
                  <a:gdLst>
                    <a:gd name="textAreaLeft" fmla="*/ 0 w 46080"/>
                    <a:gd name="textAreaRight" fmla="*/ 46440 w 46080"/>
                    <a:gd name="textAreaTop" fmla="*/ 0 h 2880"/>
                    <a:gd name="textAreaBottom" fmla="*/ 3240 h 2880"/>
                  </a:gdLst>
                  <a:ahLst/>
                  <a:cxnLst/>
                  <a:rect l="textAreaLeft" t="textAreaTop" r="textAreaRight" b="textAreaBottom"/>
                  <a:pathLst>
                    <a:path w="1443" h="97">
                      <a:moveTo>
                        <a:pt x="1442" y="0"/>
                      </a:moveTo>
                      <a:lnTo>
                        <a:pt x="0" y="96"/>
                      </a:lnTo>
                    </a:path>
                  </a:pathLst>
                </a:custGeom>
                <a:solidFill>
                  <a:srgbClr val="e0e9f7"/>
                </a:solidFill>
                <a:ln w="0">
                  <a:noFill/>
                </a:ln>
              </p:spPr>
              <p:style>
                <a:lnRef idx="0"/>
                <a:fillRef idx="0"/>
                <a:effectRef idx="0"/>
                <a:fontRef idx="minor"/>
              </p:style>
              <p:txBody>
                <a:bodyPr tIns="1440" bIns="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5" name="Google Shape;924;p30"/>
                <p:cNvSpPr/>
                <p:nvPr/>
              </p:nvSpPr>
              <p:spPr>
                <a:xfrm>
                  <a:off x="7290360" y="1116720"/>
                  <a:ext cx="46080" cy="2880"/>
                </a:xfrm>
                <a:custGeom>
                  <a:avLst/>
                  <a:gdLst>
                    <a:gd name="textAreaLeft" fmla="*/ 0 w 46080"/>
                    <a:gd name="textAreaRight" fmla="*/ 46440 w 46080"/>
                    <a:gd name="textAreaTop" fmla="*/ 0 h 2880"/>
                    <a:gd name="textAreaBottom" fmla="*/ 3240 h 2880"/>
                  </a:gdLst>
                  <a:ahLst/>
                  <a:cxnLst/>
                  <a:rect l="textAreaLeft" t="textAreaTop" r="textAreaRight" b="textAreaBottom"/>
                  <a:pathLst>
                    <a:path fill="none" w="1443" h="97">
                      <a:moveTo>
                        <a:pt x="1442" y="0"/>
                      </a:moveTo>
                      <a:lnTo>
                        <a:pt x="0" y="96"/>
                      </a:lnTo>
                    </a:path>
                  </a:pathLst>
                </a:custGeom>
                <a:noFill/>
                <a:ln w="4150">
                  <a:solidFill>
                    <a:srgbClr val="000000"/>
                  </a:solidFill>
                  <a:miter/>
                </a:ln>
              </p:spPr>
              <p:style>
                <a:lnRef idx="0"/>
                <a:fillRef idx="0"/>
                <a:effectRef idx="0"/>
                <a:fontRef idx="minor"/>
              </p:style>
              <p:txBody>
                <a:bodyPr tIns="1440" bIns="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6" name="Google Shape;925;p30"/>
                <p:cNvSpPr/>
                <p:nvPr/>
              </p:nvSpPr>
              <p:spPr>
                <a:xfrm>
                  <a:off x="7311600" y="1174320"/>
                  <a:ext cx="41040" cy="20880"/>
                </a:xfrm>
                <a:custGeom>
                  <a:avLst/>
                  <a:gdLst>
                    <a:gd name="textAreaLeft" fmla="*/ 0 w 41040"/>
                    <a:gd name="textAreaRight" fmla="*/ 41400 w 41040"/>
                    <a:gd name="textAreaTop" fmla="*/ 0 h 20880"/>
                    <a:gd name="textAreaBottom" fmla="*/ 21240 h 20880"/>
                  </a:gdLst>
                  <a:ahLst/>
                  <a:cxnLst/>
                  <a:rect l="textAreaLeft" t="textAreaTop" r="textAreaRight" b="textAreaBottom"/>
                  <a:pathLst>
                    <a:path w="1286" h="663">
                      <a:moveTo>
                        <a:pt x="1285" y="1"/>
                      </a:moveTo>
                      <a:lnTo>
                        <a:pt x="0" y="663"/>
                      </a:lnTo>
                    </a:path>
                  </a:pathLst>
                </a:custGeom>
                <a:solidFill>
                  <a:srgbClr val="e0e9f7"/>
                </a:solidFill>
                <a:ln w="0">
                  <a:noFill/>
                </a:ln>
              </p:spPr>
              <p:style>
                <a:lnRef idx="0"/>
                <a:fillRef idx="0"/>
                <a:effectRef idx="0"/>
                <a:fontRef idx="minor"/>
              </p:style>
              <p:txBody>
                <a:bodyPr tIns="10440" bIns="10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7" name="Google Shape;926;p30"/>
                <p:cNvSpPr/>
                <p:nvPr/>
              </p:nvSpPr>
              <p:spPr>
                <a:xfrm>
                  <a:off x="7311600" y="1174320"/>
                  <a:ext cx="41040" cy="20880"/>
                </a:xfrm>
                <a:custGeom>
                  <a:avLst/>
                  <a:gdLst>
                    <a:gd name="textAreaLeft" fmla="*/ 0 w 41040"/>
                    <a:gd name="textAreaRight" fmla="*/ 41400 w 41040"/>
                    <a:gd name="textAreaTop" fmla="*/ 0 h 20880"/>
                    <a:gd name="textAreaBottom" fmla="*/ 21240 h 20880"/>
                  </a:gdLst>
                  <a:ahLst/>
                  <a:cxnLst/>
                  <a:rect l="textAreaLeft" t="textAreaTop" r="textAreaRight" b="textAreaBottom"/>
                  <a:pathLst>
                    <a:path fill="none" w="1286" h="663">
                      <a:moveTo>
                        <a:pt x="1285" y="1"/>
                      </a:moveTo>
                      <a:lnTo>
                        <a:pt x="0" y="663"/>
                      </a:lnTo>
                    </a:path>
                  </a:pathLst>
                </a:custGeom>
                <a:noFill/>
                <a:ln w="4150">
                  <a:solidFill>
                    <a:srgbClr val="000000"/>
                  </a:solidFill>
                  <a:miter/>
                </a:ln>
              </p:spPr>
              <p:style>
                <a:lnRef idx="0"/>
                <a:fillRef idx="0"/>
                <a:effectRef idx="0"/>
                <a:fontRef idx="minor"/>
              </p:style>
              <p:txBody>
                <a:bodyPr tIns="10440" bIns="10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228" name="Google Shape;927;p30"/>
            <p:cNvGrpSpPr/>
            <p:nvPr/>
          </p:nvGrpSpPr>
          <p:grpSpPr>
            <a:xfrm>
              <a:off x="5519160" y="1671480"/>
              <a:ext cx="2280600" cy="2932200"/>
              <a:chOff x="5519160" y="1671480"/>
              <a:chExt cx="2280600" cy="2932200"/>
            </a:xfrm>
          </p:grpSpPr>
          <p:sp>
            <p:nvSpPr>
              <p:cNvPr id="229" name="Google Shape;928;p30"/>
              <p:cNvSpPr/>
              <p:nvPr/>
            </p:nvSpPr>
            <p:spPr>
              <a:xfrm>
                <a:off x="6914160" y="3577320"/>
                <a:ext cx="486000" cy="109080"/>
              </a:xfrm>
              <a:custGeom>
                <a:avLst/>
                <a:gdLst>
                  <a:gd name="textAreaLeft" fmla="*/ 0 w 486000"/>
                  <a:gd name="textAreaRight" fmla="*/ 486360 w 486000"/>
                  <a:gd name="textAreaTop" fmla="*/ 0 h 109080"/>
                  <a:gd name="textAreaBottom" fmla="*/ 109440 h 109080"/>
                </a:gdLst>
                <a:ahLst/>
                <a:cxnLst/>
                <a:rect l="textAreaLeft" t="textAreaTop" r="textAreaRight" b="textAreaBottom"/>
                <a:pathLst>
                  <a:path w="15165" h="3418">
                    <a:moveTo>
                      <a:pt x="35" y="0"/>
                    </a:moveTo>
                    <a:cubicBezTo>
                      <a:pt x="17" y="0"/>
                      <a:pt x="1" y="16"/>
                      <a:pt x="1" y="35"/>
                    </a:cubicBezTo>
                    <a:lnTo>
                      <a:pt x="1" y="3383"/>
                    </a:lnTo>
                    <a:cubicBezTo>
                      <a:pt x="1" y="3403"/>
                      <a:pt x="17" y="3418"/>
                      <a:pt x="35" y="3418"/>
                    </a:cubicBezTo>
                    <a:lnTo>
                      <a:pt x="15130" y="3418"/>
                    </a:lnTo>
                    <a:cubicBezTo>
                      <a:pt x="15149" y="3418"/>
                      <a:pt x="15165" y="3403"/>
                      <a:pt x="15165" y="3383"/>
                    </a:cubicBezTo>
                    <a:lnTo>
                      <a:pt x="15165" y="35"/>
                    </a:lnTo>
                    <a:cubicBezTo>
                      <a:pt x="15165" y="16"/>
                      <a:pt x="15149" y="0"/>
                      <a:pt x="15130" y="0"/>
                    </a:cubicBezTo>
                    <a:close/>
                  </a:path>
                </a:pathLst>
              </a:custGeom>
              <a:solidFill>
                <a:srgbClr val="000000"/>
              </a:solidFill>
              <a:ln w="0">
                <a:noFill/>
              </a:ln>
            </p:spPr>
            <p:style>
              <a:lnRef idx="0"/>
              <a:fillRef idx="0"/>
              <a:effectRef idx="0"/>
              <a:fontRef idx="minor"/>
            </p:style>
            <p:txBody>
              <a:bodyPr tIns="54720" bIns="54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0" name="Google Shape;929;p30"/>
              <p:cNvSpPr/>
              <p:nvPr/>
            </p:nvSpPr>
            <p:spPr>
              <a:xfrm>
                <a:off x="7107840" y="3687120"/>
                <a:ext cx="98640" cy="822240"/>
              </a:xfrm>
              <a:custGeom>
                <a:avLst/>
                <a:gdLst>
                  <a:gd name="textAreaLeft" fmla="*/ 0 w 98640"/>
                  <a:gd name="textAreaRight" fmla="*/ 99000 w 98640"/>
                  <a:gd name="textAreaTop" fmla="*/ 0 h 822240"/>
                  <a:gd name="textAreaBottom" fmla="*/ 822600 h 822240"/>
                </a:gdLst>
                <a:ahLst/>
                <a:cxnLst/>
                <a:rect l="textAreaLeft" t="textAreaTop" r="textAreaRight" b="textAreaBottom"/>
                <a:pathLst>
                  <a:path w="3092" h="25654">
                    <a:moveTo>
                      <a:pt x="0" y="1"/>
                    </a:moveTo>
                    <a:lnTo>
                      <a:pt x="0" y="25653"/>
                    </a:lnTo>
                    <a:lnTo>
                      <a:pt x="3091" y="25653"/>
                    </a:lnTo>
                    <a:lnTo>
                      <a:pt x="3091" y="1"/>
                    </a:lnTo>
                    <a:close/>
                  </a:path>
                </a:pathLst>
              </a:custGeom>
              <a:solidFill>
                <a:schemeClr val="lt1"/>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1" name="Google Shape;930;p30"/>
              <p:cNvSpPr/>
              <p:nvPr/>
            </p:nvSpPr>
            <p:spPr>
              <a:xfrm>
                <a:off x="6844680" y="4509720"/>
                <a:ext cx="624600" cy="93960"/>
              </a:xfrm>
              <a:custGeom>
                <a:avLst/>
                <a:gdLst>
                  <a:gd name="textAreaLeft" fmla="*/ 0 w 624600"/>
                  <a:gd name="textAreaRight" fmla="*/ 624960 w 624600"/>
                  <a:gd name="textAreaTop" fmla="*/ 0 h 93960"/>
                  <a:gd name="textAreaBottom" fmla="*/ 94320 h 93960"/>
                </a:gdLst>
                <a:ahLst/>
                <a:cxnLst/>
                <a:rect l="textAreaLeft" t="textAreaTop" r="textAreaRight" b="textAreaBottom"/>
                <a:pathLst>
                  <a:path w="19489" h="2941">
                    <a:moveTo>
                      <a:pt x="1296" y="0"/>
                    </a:moveTo>
                    <a:cubicBezTo>
                      <a:pt x="584" y="0"/>
                      <a:pt x="1" y="582"/>
                      <a:pt x="1" y="1295"/>
                    </a:cubicBezTo>
                    <a:lnTo>
                      <a:pt x="1" y="2941"/>
                    </a:lnTo>
                    <a:lnTo>
                      <a:pt x="19489" y="2941"/>
                    </a:lnTo>
                    <a:lnTo>
                      <a:pt x="19489" y="1295"/>
                    </a:lnTo>
                    <a:cubicBezTo>
                      <a:pt x="19489" y="582"/>
                      <a:pt x="18905" y="0"/>
                      <a:pt x="18193" y="0"/>
                    </a:cubicBezTo>
                    <a:close/>
                  </a:path>
                </a:pathLst>
              </a:custGeom>
              <a:solidFill>
                <a:srgbClr val="000000"/>
              </a:solidFill>
              <a:ln w="0">
                <a:noFill/>
              </a:ln>
            </p:spPr>
            <p:style>
              <a:lnRef idx="0"/>
              <a:fillRef idx="0"/>
              <a:effectRef idx="0"/>
              <a:fontRef idx="minor"/>
            </p:style>
            <p:txBody>
              <a:bodyPr tIns="47160" bIns="47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2" name="Google Shape;931;p30"/>
              <p:cNvSpPr/>
              <p:nvPr/>
            </p:nvSpPr>
            <p:spPr>
              <a:xfrm>
                <a:off x="6601680" y="2633040"/>
                <a:ext cx="1198080" cy="944280"/>
              </a:xfrm>
              <a:custGeom>
                <a:avLst/>
                <a:gdLst>
                  <a:gd name="textAreaLeft" fmla="*/ 0 w 1198080"/>
                  <a:gd name="textAreaRight" fmla="*/ 1198440 w 1198080"/>
                  <a:gd name="textAreaTop" fmla="*/ 0 h 944280"/>
                  <a:gd name="textAreaBottom" fmla="*/ 944640 h 944280"/>
                </a:gdLst>
                <a:ahLst/>
                <a:cxnLst/>
                <a:rect l="textAreaLeft" t="textAreaTop" r="textAreaRight" b="textAreaBottom"/>
                <a:pathLst>
                  <a:path w="37375" h="29452">
                    <a:moveTo>
                      <a:pt x="22360" y="1"/>
                    </a:moveTo>
                    <a:cubicBezTo>
                      <a:pt x="16648" y="1"/>
                      <a:pt x="16699" y="430"/>
                      <a:pt x="16575" y="5375"/>
                    </a:cubicBezTo>
                    <a:cubicBezTo>
                      <a:pt x="16469" y="9572"/>
                      <a:pt x="18148" y="17830"/>
                      <a:pt x="13949" y="17830"/>
                    </a:cubicBezTo>
                    <a:lnTo>
                      <a:pt x="9074" y="17830"/>
                    </a:lnTo>
                    <a:lnTo>
                      <a:pt x="9074" y="17839"/>
                    </a:lnTo>
                    <a:cubicBezTo>
                      <a:pt x="3077" y="18114"/>
                      <a:pt x="908" y="24535"/>
                      <a:pt x="200" y="27708"/>
                    </a:cubicBezTo>
                    <a:cubicBezTo>
                      <a:pt x="1" y="28603"/>
                      <a:pt x="685" y="29451"/>
                      <a:pt x="1602" y="29451"/>
                    </a:cubicBezTo>
                    <a:lnTo>
                      <a:pt x="27070" y="29451"/>
                    </a:lnTo>
                    <a:cubicBezTo>
                      <a:pt x="36702" y="29451"/>
                      <a:pt x="37375" y="21643"/>
                      <a:pt x="37375" y="12011"/>
                    </a:cubicBezTo>
                    <a:lnTo>
                      <a:pt x="37375" y="2419"/>
                    </a:lnTo>
                    <a:cubicBezTo>
                      <a:pt x="37375" y="1095"/>
                      <a:pt x="36300" y="21"/>
                      <a:pt x="34975" y="21"/>
                    </a:cubicBezTo>
                    <a:lnTo>
                      <a:pt x="26779" y="21"/>
                    </a:lnTo>
                    <a:lnTo>
                      <a:pt x="26779" y="20"/>
                    </a:lnTo>
                    <a:cubicBezTo>
                      <a:pt x="25015" y="20"/>
                      <a:pt x="23560" y="1"/>
                      <a:pt x="22360" y="1"/>
                    </a:cubicBezTo>
                    <a:close/>
                  </a:path>
                </a:pathLst>
              </a:custGeom>
              <a:solidFill>
                <a:schemeClr val="accent1"/>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3" name="Google Shape;932;p30"/>
              <p:cNvSpPr/>
              <p:nvPr/>
            </p:nvSpPr>
            <p:spPr>
              <a:xfrm>
                <a:off x="7021080" y="3587760"/>
                <a:ext cx="52920" cy="88560"/>
              </a:xfrm>
              <a:custGeom>
                <a:avLst/>
                <a:gdLst>
                  <a:gd name="textAreaLeft" fmla="*/ 0 w 52920"/>
                  <a:gd name="textAreaRight" fmla="*/ 53280 w 52920"/>
                  <a:gd name="textAreaTop" fmla="*/ 0 h 88560"/>
                  <a:gd name="textAreaBottom" fmla="*/ 88920 h 88560"/>
                </a:gdLst>
                <a:ahLst/>
                <a:cxnLst/>
                <a:rect l="textAreaLeft" t="textAreaTop" r="textAreaRight" b="textAreaBottom"/>
                <a:pathLst>
                  <a:path w="1656" h="2778">
                    <a:moveTo>
                      <a:pt x="0" y="0"/>
                    </a:moveTo>
                    <a:lnTo>
                      <a:pt x="0" y="2778"/>
                    </a:lnTo>
                    <a:lnTo>
                      <a:pt x="1656" y="2778"/>
                    </a:lnTo>
                    <a:lnTo>
                      <a:pt x="1656" y="0"/>
                    </a:lnTo>
                    <a:close/>
                  </a:path>
                </a:pathLst>
              </a:custGeom>
              <a:solidFill>
                <a:schemeClr val="lt1"/>
              </a:solidFill>
              <a:ln w="4150">
                <a:solidFill>
                  <a:srgbClr val="000000"/>
                </a:solidFill>
                <a:miter/>
              </a:ln>
            </p:spPr>
            <p:style>
              <a:lnRef idx="0"/>
              <a:fillRef idx="0"/>
              <a:effectRef idx="0"/>
              <a:fontRef idx="minor"/>
            </p:style>
            <p:txBody>
              <a:bodyPr tIns="44280" bIns="44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4" name="Google Shape;933;p30"/>
              <p:cNvSpPr/>
              <p:nvPr/>
            </p:nvSpPr>
            <p:spPr>
              <a:xfrm>
                <a:off x="7090560" y="3587760"/>
                <a:ext cx="17640" cy="88560"/>
              </a:xfrm>
              <a:custGeom>
                <a:avLst/>
                <a:gdLst>
                  <a:gd name="textAreaLeft" fmla="*/ 0 w 17640"/>
                  <a:gd name="textAreaRight" fmla="*/ 18000 w 17640"/>
                  <a:gd name="textAreaTop" fmla="*/ 0 h 88560"/>
                  <a:gd name="textAreaBottom" fmla="*/ 88920 h 88560"/>
                </a:gdLst>
                <a:ahLst/>
                <a:cxnLst/>
                <a:rect l="textAreaLeft" t="textAreaTop" r="textAreaRight" b="textAreaBottom"/>
                <a:pathLst>
                  <a:path w="562" h="2778">
                    <a:moveTo>
                      <a:pt x="1" y="0"/>
                    </a:moveTo>
                    <a:lnTo>
                      <a:pt x="1" y="2778"/>
                    </a:lnTo>
                    <a:lnTo>
                      <a:pt x="562" y="2778"/>
                    </a:lnTo>
                    <a:lnTo>
                      <a:pt x="562" y="0"/>
                    </a:lnTo>
                    <a:close/>
                  </a:path>
                </a:pathLst>
              </a:custGeom>
              <a:solidFill>
                <a:schemeClr val="lt1"/>
              </a:solidFill>
              <a:ln w="4150">
                <a:solidFill>
                  <a:srgbClr val="000000"/>
                </a:solidFill>
                <a:miter/>
              </a:ln>
            </p:spPr>
            <p:style>
              <a:lnRef idx="0"/>
              <a:fillRef idx="0"/>
              <a:effectRef idx="0"/>
              <a:fontRef idx="minor"/>
            </p:style>
            <p:txBody>
              <a:bodyPr tIns="44280" bIns="44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5" name="Google Shape;934;p30"/>
              <p:cNvSpPr/>
              <p:nvPr/>
            </p:nvSpPr>
            <p:spPr>
              <a:xfrm>
                <a:off x="7021080" y="4521240"/>
                <a:ext cx="52920" cy="70200"/>
              </a:xfrm>
              <a:custGeom>
                <a:avLst/>
                <a:gdLst>
                  <a:gd name="textAreaLeft" fmla="*/ 0 w 52920"/>
                  <a:gd name="textAreaRight" fmla="*/ 53280 w 52920"/>
                  <a:gd name="textAreaTop" fmla="*/ 0 h 70200"/>
                  <a:gd name="textAreaBottom" fmla="*/ 70560 h 70200"/>
                </a:gdLst>
                <a:ahLst/>
                <a:cxnLst/>
                <a:rect l="textAreaLeft" t="textAreaTop" r="textAreaRight" b="textAreaBottom"/>
                <a:pathLst>
                  <a:path w="1656" h="2205">
                    <a:moveTo>
                      <a:pt x="0" y="0"/>
                    </a:moveTo>
                    <a:lnTo>
                      <a:pt x="0" y="2205"/>
                    </a:lnTo>
                    <a:lnTo>
                      <a:pt x="1656" y="2205"/>
                    </a:lnTo>
                    <a:lnTo>
                      <a:pt x="1656" y="0"/>
                    </a:lnTo>
                    <a:close/>
                  </a:path>
                </a:pathLst>
              </a:custGeom>
              <a:solidFill>
                <a:schemeClr val="lt1"/>
              </a:solidFill>
              <a:ln w="4150">
                <a:solidFill>
                  <a:srgbClr val="000000"/>
                </a:solidFill>
                <a:miter/>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6" name="Google Shape;935;p30"/>
              <p:cNvSpPr/>
              <p:nvPr/>
            </p:nvSpPr>
            <p:spPr>
              <a:xfrm>
                <a:off x="7090560" y="4521240"/>
                <a:ext cx="17640" cy="70200"/>
              </a:xfrm>
              <a:custGeom>
                <a:avLst/>
                <a:gdLst>
                  <a:gd name="textAreaLeft" fmla="*/ 0 w 17640"/>
                  <a:gd name="textAreaRight" fmla="*/ 18000 w 17640"/>
                  <a:gd name="textAreaTop" fmla="*/ 0 h 70200"/>
                  <a:gd name="textAreaBottom" fmla="*/ 70560 h 70200"/>
                </a:gdLst>
                <a:ahLst/>
                <a:cxnLst/>
                <a:rect l="textAreaLeft" t="textAreaTop" r="textAreaRight" b="textAreaBottom"/>
                <a:pathLst>
                  <a:path w="562" h="2205">
                    <a:moveTo>
                      <a:pt x="1" y="0"/>
                    </a:moveTo>
                    <a:lnTo>
                      <a:pt x="1" y="2205"/>
                    </a:lnTo>
                    <a:lnTo>
                      <a:pt x="562" y="2205"/>
                    </a:lnTo>
                    <a:lnTo>
                      <a:pt x="562" y="0"/>
                    </a:lnTo>
                    <a:close/>
                  </a:path>
                </a:pathLst>
              </a:custGeom>
              <a:solidFill>
                <a:schemeClr val="lt1"/>
              </a:solidFill>
              <a:ln w="4150">
                <a:solidFill>
                  <a:srgbClr val="000000"/>
                </a:solidFill>
                <a:miter/>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7" name="Google Shape;936;p30"/>
              <p:cNvSpPr/>
              <p:nvPr/>
            </p:nvSpPr>
            <p:spPr>
              <a:xfrm>
                <a:off x="6708600" y="2648520"/>
                <a:ext cx="1019160" cy="858600"/>
              </a:xfrm>
              <a:custGeom>
                <a:avLst/>
                <a:gdLst>
                  <a:gd name="textAreaLeft" fmla="*/ 0 w 1019160"/>
                  <a:gd name="textAreaRight" fmla="*/ 1019520 w 1019160"/>
                  <a:gd name="textAreaTop" fmla="*/ 0 h 858600"/>
                  <a:gd name="textAreaBottom" fmla="*/ 858960 h 858600"/>
                </a:gdLst>
                <a:ahLst/>
                <a:cxnLst/>
                <a:rect l="textAreaLeft" t="textAreaTop" r="textAreaRight" b="textAreaBottom"/>
                <a:pathLst>
                  <a:path w="31787" h="26787">
                    <a:moveTo>
                      <a:pt x="16353" y="1"/>
                    </a:moveTo>
                    <a:lnTo>
                      <a:pt x="14038" y="13638"/>
                    </a:lnTo>
                    <a:lnTo>
                      <a:pt x="1" y="26787"/>
                    </a:lnTo>
                    <a:cubicBezTo>
                      <a:pt x="399" y="26787"/>
                      <a:pt x="15064" y="26779"/>
                      <a:pt x="15432" y="26760"/>
                    </a:cubicBezTo>
                    <a:cubicBezTo>
                      <a:pt x="23552" y="26353"/>
                      <a:pt x="24507" y="21482"/>
                      <a:pt x="24582" y="12867"/>
                    </a:cubicBezTo>
                    <a:cubicBezTo>
                      <a:pt x="24587" y="12126"/>
                      <a:pt x="25189" y="11527"/>
                      <a:pt x="25931" y="11527"/>
                    </a:cubicBezTo>
                    <a:lnTo>
                      <a:pt x="29869" y="11527"/>
                    </a:lnTo>
                    <a:cubicBezTo>
                      <a:pt x="30928" y="11527"/>
                      <a:pt x="31787" y="10668"/>
                      <a:pt x="31787" y="9609"/>
                    </a:cubicBezTo>
                    <a:lnTo>
                      <a:pt x="31787" y="1132"/>
                    </a:lnTo>
                    <a:cubicBezTo>
                      <a:pt x="31787" y="507"/>
                      <a:pt x="31280" y="2"/>
                      <a:pt x="30656" y="2"/>
                    </a:cubicBezTo>
                    <a:lnTo>
                      <a:pt x="16353" y="2"/>
                    </a:lnTo>
                    <a:lnTo>
                      <a:pt x="16353" y="1"/>
                    </a:lnTo>
                    <a:close/>
                  </a:path>
                </a:pathLst>
              </a:custGeom>
              <a:solidFill>
                <a:srgbClr val="191919">
                  <a:alpha val="29000"/>
                </a:srgbClr>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8" name="Google Shape;937;p30"/>
              <p:cNvSpPr/>
              <p:nvPr/>
            </p:nvSpPr>
            <p:spPr>
              <a:xfrm>
                <a:off x="6596280" y="3065400"/>
                <a:ext cx="694440" cy="152640"/>
              </a:xfrm>
              <a:custGeom>
                <a:avLst/>
                <a:gdLst>
                  <a:gd name="textAreaLeft" fmla="*/ 0 w 694440"/>
                  <a:gd name="textAreaRight" fmla="*/ 694800 w 694440"/>
                  <a:gd name="textAreaTop" fmla="*/ 0 h 152640"/>
                  <a:gd name="textAreaBottom" fmla="*/ 153000 h 152640"/>
                </a:gdLst>
                <a:ahLst/>
                <a:cxnLst/>
                <a:rect l="textAreaLeft" t="textAreaTop" r="textAreaRight" b="textAreaBottom"/>
                <a:pathLst>
                  <a:path w="21665" h="4773">
                    <a:moveTo>
                      <a:pt x="6848" y="0"/>
                    </a:moveTo>
                    <a:lnTo>
                      <a:pt x="1" y="4772"/>
                    </a:lnTo>
                    <a:lnTo>
                      <a:pt x="21664" y="4772"/>
                    </a:lnTo>
                    <a:lnTo>
                      <a:pt x="21664" y="0"/>
                    </a:lnTo>
                    <a:close/>
                  </a:path>
                </a:pathLst>
              </a:custGeom>
              <a:solidFill>
                <a:srgbClr val="cf5848"/>
              </a:solidFill>
              <a:ln w="0">
                <a:noFill/>
              </a:ln>
            </p:spPr>
            <p:style>
              <a:lnRef idx="0"/>
              <a:fillRef idx="0"/>
              <a:effectRef idx="0"/>
              <a:fontRef idx="minor"/>
            </p:style>
            <p:txBody>
              <a:bodyPr tIns="76320" bIns="76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9" name="Google Shape;938;p30"/>
              <p:cNvSpPr/>
              <p:nvPr/>
            </p:nvSpPr>
            <p:spPr>
              <a:xfrm>
                <a:off x="5752440" y="3944520"/>
                <a:ext cx="300600" cy="575640"/>
              </a:xfrm>
              <a:custGeom>
                <a:avLst/>
                <a:gdLst>
                  <a:gd name="textAreaLeft" fmla="*/ 0 w 300600"/>
                  <a:gd name="textAreaRight" fmla="*/ 300960 w 300600"/>
                  <a:gd name="textAreaTop" fmla="*/ 0 h 575640"/>
                  <a:gd name="textAreaBottom" fmla="*/ 576000 h 575640"/>
                </a:gdLst>
                <a:ahLst/>
                <a:cxnLst/>
                <a:rect l="textAreaLeft" t="textAreaTop" r="textAreaRight" b="textAreaBottom"/>
                <a:pathLst>
                  <a:path w="9386" h="17965">
                    <a:moveTo>
                      <a:pt x="2695" y="0"/>
                    </a:moveTo>
                    <a:lnTo>
                      <a:pt x="0" y="15498"/>
                    </a:lnTo>
                    <a:lnTo>
                      <a:pt x="2004" y="17964"/>
                    </a:lnTo>
                    <a:lnTo>
                      <a:pt x="4696" y="17583"/>
                    </a:lnTo>
                    <a:lnTo>
                      <a:pt x="9386" y="678"/>
                    </a:lnTo>
                    <a:lnTo>
                      <a:pt x="2695" y="0"/>
                    </a:lnTo>
                    <a:close/>
                  </a:path>
                </a:pathLst>
              </a:custGeom>
              <a:solidFill>
                <a:schemeClr val="lt1"/>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0" name="Google Shape;939;p30"/>
              <p:cNvSpPr/>
              <p:nvPr/>
            </p:nvSpPr>
            <p:spPr>
              <a:xfrm>
                <a:off x="5764320" y="4352040"/>
                <a:ext cx="173520" cy="36360"/>
              </a:xfrm>
              <a:custGeom>
                <a:avLst/>
                <a:gdLst>
                  <a:gd name="textAreaLeft" fmla="*/ 0 w 173520"/>
                  <a:gd name="textAreaRight" fmla="*/ 173880 w 173520"/>
                  <a:gd name="textAreaTop" fmla="*/ 0 h 36360"/>
                  <a:gd name="textAreaBottom" fmla="*/ 36720 h 36360"/>
                </a:gdLst>
                <a:ahLst/>
                <a:cxnLst/>
                <a:rect l="textAreaLeft" t="textAreaTop" r="textAreaRight" b="textAreaBottom"/>
                <a:pathLst>
                  <a:path w="5419" h="1148">
                    <a:moveTo>
                      <a:pt x="120" y="0"/>
                    </a:moveTo>
                    <a:lnTo>
                      <a:pt x="0" y="685"/>
                    </a:lnTo>
                    <a:lnTo>
                      <a:pt x="5419" y="1147"/>
                    </a:lnTo>
                    <a:lnTo>
                      <a:pt x="120" y="0"/>
                    </a:lnTo>
                    <a:close/>
                  </a:path>
                </a:pathLst>
              </a:custGeom>
              <a:solidFill>
                <a:schemeClr val="dk1"/>
              </a:solidFill>
              <a:ln w="0">
                <a:noFill/>
              </a:ln>
            </p:spPr>
            <p:style>
              <a:lnRef idx="0"/>
              <a:fillRef idx="0"/>
              <a:effectRef idx="0"/>
              <a:fontRef idx="minor"/>
            </p:style>
            <p:txBody>
              <a:bodyPr tIns="18360" bIns="18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1" name="Google Shape;940;p30"/>
              <p:cNvSpPr/>
              <p:nvPr/>
            </p:nvSpPr>
            <p:spPr>
              <a:xfrm>
                <a:off x="5519160" y="4538520"/>
                <a:ext cx="435240" cy="60840"/>
              </a:xfrm>
              <a:custGeom>
                <a:avLst/>
                <a:gdLst>
                  <a:gd name="textAreaLeft" fmla="*/ 0 w 435240"/>
                  <a:gd name="textAreaRight" fmla="*/ 435600 w 435240"/>
                  <a:gd name="textAreaTop" fmla="*/ 0 h 60840"/>
                  <a:gd name="textAreaBottom" fmla="*/ 61200 h 60840"/>
                </a:gdLst>
                <a:ahLst/>
                <a:cxnLst/>
                <a:rect l="textAreaLeft" t="textAreaTop" r="textAreaRight" b="textAreaBottom"/>
                <a:pathLst>
                  <a:path w="13578" h="1912">
                    <a:moveTo>
                      <a:pt x="13059" y="1"/>
                    </a:moveTo>
                    <a:lnTo>
                      <a:pt x="19" y="632"/>
                    </a:lnTo>
                    <a:lnTo>
                      <a:pt x="1" y="1435"/>
                    </a:lnTo>
                    <a:cubicBezTo>
                      <a:pt x="683" y="1800"/>
                      <a:pt x="2788" y="1912"/>
                      <a:pt x="5113" y="1912"/>
                    </a:cubicBezTo>
                    <a:cubicBezTo>
                      <a:pt x="8793" y="1912"/>
                      <a:pt x="13022" y="1631"/>
                      <a:pt x="13022" y="1631"/>
                    </a:cubicBezTo>
                    <a:cubicBezTo>
                      <a:pt x="13577" y="1096"/>
                      <a:pt x="13059" y="1"/>
                      <a:pt x="13059" y="1"/>
                    </a:cubicBezTo>
                    <a:close/>
                  </a:path>
                </a:pathLst>
              </a:custGeom>
              <a:solidFill>
                <a:schemeClr val="lt1"/>
              </a:solidFill>
              <a:ln w="4150">
                <a:solidFill>
                  <a:srgbClr val="000000"/>
                </a:solidFill>
                <a:miter/>
              </a:ln>
            </p:spPr>
            <p:style>
              <a:lnRef idx="0"/>
              <a:fillRef idx="0"/>
              <a:effectRef idx="0"/>
              <a:fontRef idx="minor"/>
            </p:style>
            <p:txBody>
              <a:bodyPr tIns="30600" bIns="30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2" name="Google Shape;941;p30"/>
              <p:cNvSpPr/>
              <p:nvPr/>
            </p:nvSpPr>
            <p:spPr>
              <a:xfrm>
                <a:off x="5519880" y="4396320"/>
                <a:ext cx="417960" cy="169560"/>
              </a:xfrm>
              <a:custGeom>
                <a:avLst/>
                <a:gdLst>
                  <a:gd name="textAreaLeft" fmla="*/ 0 w 417960"/>
                  <a:gd name="textAreaRight" fmla="*/ 418320 w 417960"/>
                  <a:gd name="textAreaTop" fmla="*/ 0 h 169560"/>
                  <a:gd name="textAreaBottom" fmla="*/ 169920 h 169560"/>
                </a:gdLst>
                <a:ahLst/>
                <a:cxnLst/>
                <a:rect l="textAreaLeft" t="textAreaTop" r="textAreaRight" b="textAreaBottom"/>
                <a:pathLst>
                  <a:path w="13045" h="5299">
                    <a:moveTo>
                      <a:pt x="7327" y="1"/>
                    </a:moveTo>
                    <a:cubicBezTo>
                      <a:pt x="6777" y="1"/>
                      <a:pt x="6153" y="303"/>
                      <a:pt x="5496" y="1131"/>
                    </a:cubicBezTo>
                    <a:cubicBezTo>
                      <a:pt x="4515" y="2367"/>
                      <a:pt x="2324" y="3097"/>
                      <a:pt x="1115" y="3421"/>
                    </a:cubicBezTo>
                    <a:cubicBezTo>
                      <a:pt x="598" y="3559"/>
                      <a:pt x="206" y="3980"/>
                      <a:pt x="106" y="4507"/>
                    </a:cubicBezTo>
                    <a:lnTo>
                      <a:pt x="0" y="5062"/>
                    </a:lnTo>
                    <a:cubicBezTo>
                      <a:pt x="855" y="5219"/>
                      <a:pt x="1338" y="5210"/>
                      <a:pt x="2077" y="5236"/>
                    </a:cubicBezTo>
                    <a:cubicBezTo>
                      <a:pt x="3285" y="5280"/>
                      <a:pt x="4367" y="5299"/>
                      <a:pt x="5335" y="5299"/>
                    </a:cubicBezTo>
                    <a:cubicBezTo>
                      <a:pt x="11510" y="5299"/>
                      <a:pt x="13045" y="4532"/>
                      <a:pt x="13045" y="4532"/>
                    </a:cubicBezTo>
                    <a:lnTo>
                      <a:pt x="12931" y="1444"/>
                    </a:lnTo>
                    <a:cubicBezTo>
                      <a:pt x="12931" y="1444"/>
                      <a:pt x="12803" y="1245"/>
                      <a:pt x="12521" y="1245"/>
                    </a:cubicBezTo>
                    <a:cubicBezTo>
                      <a:pt x="12318" y="1245"/>
                      <a:pt x="12035" y="1348"/>
                      <a:pt x="11663" y="1704"/>
                    </a:cubicBezTo>
                    <a:cubicBezTo>
                      <a:pt x="11256" y="1958"/>
                      <a:pt x="10908" y="2062"/>
                      <a:pt x="10602" y="2062"/>
                    </a:cubicBezTo>
                    <a:cubicBezTo>
                      <a:pt x="9840" y="2062"/>
                      <a:pt x="9338" y="1417"/>
                      <a:pt x="8835" y="821"/>
                    </a:cubicBezTo>
                    <a:cubicBezTo>
                      <a:pt x="8463" y="379"/>
                      <a:pt x="7941" y="1"/>
                      <a:pt x="7327" y="1"/>
                    </a:cubicBezTo>
                    <a:close/>
                  </a:path>
                </a:pathLst>
              </a:custGeom>
              <a:solidFill>
                <a:schemeClr val="accent1"/>
              </a:solidFill>
              <a:ln w="4150">
                <a:solidFill>
                  <a:srgbClr val="000000"/>
                </a:solidFill>
                <a:miter/>
              </a:ln>
            </p:spPr>
            <p:style>
              <a:lnRef idx="0"/>
              <a:fillRef idx="0"/>
              <a:effectRef idx="0"/>
              <a:fontRef idx="minor"/>
            </p:style>
            <p:txBody>
              <a:bodyPr tIns="84960" bIns="84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3" name="Google Shape;942;p30"/>
              <p:cNvSpPr/>
              <p:nvPr/>
            </p:nvSpPr>
            <p:spPr>
              <a:xfrm>
                <a:off x="5744520" y="3091680"/>
                <a:ext cx="1335960" cy="1299960"/>
              </a:xfrm>
              <a:custGeom>
                <a:avLst/>
                <a:gdLst>
                  <a:gd name="textAreaLeft" fmla="*/ 0 w 1335960"/>
                  <a:gd name="textAreaRight" fmla="*/ 1336320 w 1335960"/>
                  <a:gd name="textAreaTop" fmla="*/ 0 h 1299960"/>
                  <a:gd name="textAreaBottom" fmla="*/ 1300320 h 1299960"/>
                </a:gdLst>
                <a:ahLst/>
                <a:cxnLst/>
                <a:rect l="textAreaLeft" t="textAreaTop" r="textAreaRight" b="textAreaBottom"/>
                <a:pathLst>
                  <a:path w="41670" h="40550">
                    <a:moveTo>
                      <a:pt x="31889" y="0"/>
                    </a:moveTo>
                    <a:lnTo>
                      <a:pt x="12637" y="3936"/>
                    </a:lnTo>
                    <a:cubicBezTo>
                      <a:pt x="10737" y="4319"/>
                      <a:pt x="9372" y="4441"/>
                      <a:pt x="8200" y="5547"/>
                    </a:cubicBezTo>
                    <a:cubicBezTo>
                      <a:pt x="6909" y="6838"/>
                      <a:pt x="6683" y="8906"/>
                      <a:pt x="6276" y="10601"/>
                    </a:cubicBezTo>
                    <a:cubicBezTo>
                      <a:pt x="5763" y="12746"/>
                      <a:pt x="5561" y="14281"/>
                      <a:pt x="5060" y="16739"/>
                    </a:cubicBezTo>
                    <a:cubicBezTo>
                      <a:pt x="4492" y="19528"/>
                      <a:pt x="3704" y="22693"/>
                      <a:pt x="3156" y="25489"/>
                    </a:cubicBezTo>
                    <a:cubicBezTo>
                      <a:pt x="2194" y="30404"/>
                      <a:pt x="964" y="34384"/>
                      <a:pt x="0" y="39299"/>
                    </a:cubicBezTo>
                    <a:lnTo>
                      <a:pt x="2" y="39299"/>
                    </a:lnTo>
                    <a:lnTo>
                      <a:pt x="6583" y="40550"/>
                    </a:lnTo>
                    <a:lnTo>
                      <a:pt x="14594" y="13472"/>
                    </a:lnTo>
                    <a:lnTo>
                      <a:pt x="17106" y="14365"/>
                    </a:lnTo>
                    <a:lnTo>
                      <a:pt x="17106" y="14365"/>
                    </a:lnTo>
                    <a:lnTo>
                      <a:pt x="17051" y="14076"/>
                    </a:lnTo>
                    <a:lnTo>
                      <a:pt x="27435" y="13514"/>
                    </a:lnTo>
                    <a:lnTo>
                      <a:pt x="34707" y="13194"/>
                    </a:lnTo>
                    <a:cubicBezTo>
                      <a:pt x="41670" y="12424"/>
                      <a:pt x="32687" y="6962"/>
                      <a:pt x="31889"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4" name="Google Shape;943;p30"/>
              <p:cNvSpPr/>
              <p:nvPr/>
            </p:nvSpPr>
            <p:spPr>
              <a:xfrm>
                <a:off x="5756040" y="4297320"/>
                <a:ext cx="215280" cy="39600"/>
              </a:xfrm>
              <a:custGeom>
                <a:avLst/>
                <a:gdLst>
                  <a:gd name="textAreaLeft" fmla="*/ 0 w 215280"/>
                  <a:gd name="textAreaRight" fmla="*/ 215640 w 215280"/>
                  <a:gd name="textAreaTop" fmla="*/ 0 h 39600"/>
                  <a:gd name="textAreaBottom" fmla="*/ 39960 h 39600"/>
                </a:gdLst>
                <a:ahLst/>
                <a:cxnLst/>
                <a:rect l="textAreaLeft" t="textAreaTop" r="textAreaRight" b="textAreaBottom"/>
                <a:pathLst>
                  <a:path fill="none" w="6724" h="1250">
                    <a:moveTo>
                      <a:pt x="6724" y="1250"/>
                    </a:moveTo>
                    <a:lnTo>
                      <a:pt x="0" y="1"/>
                    </a:lnTo>
                  </a:path>
                </a:pathLst>
              </a:custGeom>
              <a:noFill/>
              <a:ln w="4150">
                <a:solidFill>
                  <a:srgbClr val="000000"/>
                </a:solidFill>
                <a:miter/>
              </a:ln>
            </p:spPr>
            <p:style>
              <a:lnRef idx="0"/>
              <a:fillRef idx="0"/>
              <a:effectRef idx="0"/>
              <a:fontRef idx="minor"/>
            </p:style>
            <p:txBody>
              <a:bodyPr tIns="19800" bIns="19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5" name="Google Shape;944;p30"/>
              <p:cNvSpPr/>
              <p:nvPr/>
            </p:nvSpPr>
            <p:spPr>
              <a:xfrm>
                <a:off x="5893200" y="3494880"/>
                <a:ext cx="242640" cy="824040"/>
              </a:xfrm>
              <a:custGeom>
                <a:avLst/>
                <a:gdLst>
                  <a:gd name="textAreaLeft" fmla="*/ 0 w 242640"/>
                  <a:gd name="textAreaRight" fmla="*/ 243000 w 242640"/>
                  <a:gd name="textAreaTop" fmla="*/ 0 h 824040"/>
                  <a:gd name="textAreaBottom" fmla="*/ 824400 h 824040"/>
                </a:gdLst>
                <a:ahLst/>
                <a:cxnLst/>
                <a:rect l="textAreaLeft" t="textAreaTop" r="textAreaRight" b="textAreaBottom"/>
                <a:pathLst>
                  <a:path fill="none" w="7572" h="25705">
                    <a:moveTo>
                      <a:pt x="7572" y="0"/>
                    </a:moveTo>
                    <a:lnTo>
                      <a:pt x="0" y="25705"/>
                    </a:lnTo>
                  </a:path>
                </a:pathLst>
              </a:custGeom>
              <a:no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6" name="Google Shape;945;p30"/>
              <p:cNvSpPr/>
              <p:nvPr/>
            </p:nvSpPr>
            <p:spPr>
              <a:xfrm>
                <a:off x="6356160" y="3884040"/>
                <a:ext cx="306360" cy="601560"/>
              </a:xfrm>
              <a:custGeom>
                <a:avLst/>
                <a:gdLst>
                  <a:gd name="textAreaLeft" fmla="*/ 0 w 306360"/>
                  <a:gd name="textAreaRight" fmla="*/ 306720 w 306360"/>
                  <a:gd name="textAreaTop" fmla="*/ 0 h 601560"/>
                  <a:gd name="textAreaBottom" fmla="*/ 601920 h 601560"/>
                </a:gdLst>
                <a:ahLst/>
                <a:cxnLst/>
                <a:rect l="textAreaLeft" t="textAreaTop" r="textAreaRight" b="textAreaBottom"/>
                <a:pathLst>
                  <a:path w="9561" h="18771">
                    <a:moveTo>
                      <a:pt x="6303" y="1"/>
                    </a:moveTo>
                    <a:lnTo>
                      <a:pt x="0" y="2348"/>
                    </a:lnTo>
                    <a:lnTo>
                      <a:pt x="4428" y="17443"/>
                    </a:lnTo>
                    <a:lnTo>
                      <a:pt x="7314" y="18770"/>
                    </a:lnTo>
                    <a:lnTo>
                      <a:pt x="9561" y="17239"/>
                    </a:lnTo>
                    <a:lnTo>
                      <a:pt x="6303" y="1"/>
                    </a:lnTo>
                    <a:close/>
                  </a:path>
                </a:pathLst>
              </a:custGeom>
              <a:solidFill>
                <a:schemeClr val="lt1"/>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7" name="Google Shape;946;p30"/>
              <p:cNvSpPr/>
              <p:nvPr/>
            </p:nvSpPr>
            <p:spPr>
              <a:xfrm>
                <a:off x="6471000" y="4347360"/>
                <a:ext cx="174960" cy="18360"/>
              </a:xfrm>
              <a:custGeom>
                <a:avLst/>
                <a:gdLst>
                  <a:gd name="textAreaLeft" fmla="*/ 0 w 174960"/>
                  <a:gd name="textAreaRight" fmla="*/ 175320 w 174960"/>
                  <a:gd name="textAreaTop" fmla="*/ 0 h 18360"/>
                  <a:gd name="textAreaBottom" fmla="*/ 18720 h 18360"/>
                </a:gdLst>
                <a:ahLst/>
                <a:cxnLst/>
                <a:rect l="textAreaLeft" t="textAreaTop" r="textAreaRight" b="textAreaBottom"/>
                <a:pathLst>
                  <a:path w="5465" h="579">
                    <a:moveTo>
                      <a:pt x="5465" y="0"/>
                    </a:moveTo>
                    <a:lnTo>
                      <a:pt x="1" y="87"/>
                    </a:lnTo>
                    <a:lnTo>
                      <a:pt x="144" y="578"/>
                    </a:lnTo>
                    <a:cubicBezTo>
                      <a:pt x="144" y="578"/>
                      <a:pt x="5301" y="3"/>
                      <a:pt x="5465" y="0"/>
                    </a:cubicBezTo>
                    <a:close/>
                  </a:path>
                </a:pathLst>
              </a:custGeom>
              <a:solidFill>
                <a:schemeClr val="dk1"/>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8" name="Google Shape;947;p30"/>
              <p:cNvSpPr/>
              <p:nvPr/>
            </p:nvSpPr>
            <p:spPr>
              <a:xfrm>
                <a:off x="6269400" y="4534200"/>
                <a:ext cx="434880" cy="60840"/>
              </a:xfrm>
              <a:custGeom>
                <a:avLst/>
                <a:gdLst>
                  <a:gd name="textAreaLeft" fmla="*/ 0 w 434880"/>
                  <a:gd name="textAreaRight" fmla="*/ 435240 w 434880"/>
                  <a:gd name="textAreaTop" fmla="*/ 0 h 60840"/>
                  <a:gd name="textAreaBottom" fmla="*/ 61200 h 60840"/>
                </a:gdLst>
                <a:ahLst/>
                <a:cxnLst/>
                <a:rect l="textAreaLeft" t="textAreaTop" r="textAreaRight" b="textAreaBottom"/>
                <a:pathLst>
                  <a:path w="13576" h="1912">
                    <a:moveTo>
                      <a:pt x="13058" y="1"/>
                    </a:moveTo>
                    <a:lnTo>
                      <a:pt x="18" y="632"/>
                    </a:lnTo>
                    <a:lnTo>
                      <a:pt x="0" y="1435"/>
                    </a:lnTo>
                    <a:cubicBezTo>
                      <a:pt x="682" y="1800"/>
                      <a:pt x="2787" y="1912"/>
                      <a:pt x="5112" y="1912"/>
                    </a:cubicBezTo>
                    <a:cubicBezTo>
                      <a:pt x="8792" y="1912"/>
                      <a:pt x="13021" y="1631"/>
                      <a:pt x="13021" y="1631"/>
                    </a:cubicBezTo>
                    <a:cubicBezTo>
                      <a:pt x="13575" y="1096"/>
                      <a:pt x="13058" y="1"/>
                      <a:pt x="13058" y="1"/>
                    </a:cubicBezTo>
                    <a:close/>
                  </a:path>
                </a:pathLst>
              </a:custGeom>
              <a:solidFill>
                <a:schemeClr val="lt1"/>
              </a:solidFill>
              <a:ln w="4150">
                <a:solidFill>
                  <a:srgbClr val="000000"/>
                </a:solidFill>
                <a:miter/>
              </a:ln>
            </p:spPr>
            <p:style>
              <a:lnRef idx="0"/>
              <a:fillRef idx="0"/>
              <a:effectRef idx="0"/>
              <a:fontRef idx="minor"/>
            </p:style>
            <p:txBody>
              <a:bodyPr tIns="30600" bIns="30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9" name="Google Shape;948;p30"/>
              <p:cNvSpPr/>
              <p:nvPr/>
            </p:nvSpPr>
            <p:spPr>
              <a:xfrm>
                <a:off x="6270120" y="4392000"/>
                <a:ext cx="417960" cy="169560"/>
              </a:xfrm>
              <a:custGeom>
                <a:avLst/>
                <a:gdLst>
                  <a:gd name="textAreaLeft" fmla="*/ 0 w 417960"/>
                  <a:gd name="textAreaRight" fmla="*/ 418320 w 417960"/>
                  <a:gd name="textAreaTop" fmla="*/ 0 h 169560"/>
                  <a:gd name="textAreaBottom" fmla="*/ 169920 h 169560"/>
                </a:gdLst>
                <a:ahLst/>
                <a:cxnLst/>
                <a:rect l="textAreaLeft" t="textAreaTop" r="textAreaRight" b="textAreaBottom"/>
                <a:pathLst>
                  <a:path w="13045" h="5299">
                    <a:moveTo>
                      <a:pt x="7326" y="1"/>
                    </a:moveTo>
                    <a:cubicBezTo>
                      <a:pt x="6777" y="1"/>
                      <a:pt x="6153" y="303"/>
                      <a:pt x="5496" y="1132"/>
                    </a:cubicBezTo>
                    <a:cubicBezTo>
                      <a:pt x="4516" y="2367"/>
                      <a:pt x="2325" y="3097"/>
                      <a:pt x="1115" y="3421"/>
                    </a:cubicBezTo>
                    <a:cubicBezTo>
                      <a:pt x="599" y="3559"/>
                      <a:pt x="207" y="3981"/>
                      <a:pt x="107" y="4507"/>
                    </a:cubicBezTo>
                    <a:lnTo>
                      <a:pt x="1" y="5062"/>
                    </a:lnTo>
                    <a:cubicBezTo>
                      <a:pt x="855" y="5219"/>
                      <a:pt x="1339" y="5210"/>
                      <a:pt x="2077" y="5236"/>
                    </a:cubicBezTo>
                    <a:cubicBezTo>
                      <a:pt x="3285" y="5280"/>
                      <a:pt x="4367" y="5299"/>
                      <a:pt x="5335" y="5299"/>
                    </a:cubicBezTo>
                    <a:cubicBezTo>
                      <a:pt x="11510" y="5299"/>
                      <a:pt x="13044" y="4532"/>
                      <a:pt x="13044" y="4532"/>
                    </a:cubicBezTo>
                    <a:lnTo>
                      <a:pt x="12931" y="1444"/>
                    </a:lnTo>
                    <a:cubicBezTo>
                      <a:pt x="12931" y="1444"/>
                      <a:pt x="12803" y="1245"/>
                      <a:pt x="12521" y="1245"/>
                    </a:cubicBezTo>
                    <a:cubicBezTo>
                      <a:pt x="12318" y="1245"/>
                      <a:pt x="12035" y="1349"/>
                      <a:pt x="11663" y="1704"/>
                    </a:cubicBezTo>
                    <a:cubicBezTo>
                      <a:pt x="11256" y="1958"/>
                      <a:pt x="10908" y="2062"/>
                      <a:pt x="10602" y="2062"/>
                    </a:cubicBezTo>
                    <a:cubicBezTo>
                      <a:pt x="9840" y="2062"/>
                      <a:pt x="9338" y="1417"/>
                      <a:pt x="8836" y="821"/>
                    </a:cubicBezTo>
                    <a:cubicBezTo>
                      <a:pt x="8463" y="379"/>
                      <a:pt x="7941" y="1"/>
                      <a:pt x="7326" y="1"/>
                    </a:cubicBezTo>
                    <a:close/>
                  </a:path>
                </a:pathLst>
              </a:custGeom>
              <a:solidFill>
                <a:schemeClr val="accent1"/>
              </a:solidFill>
              <a:ln w="4150">
                <a:solidFill>
                  <a:srgbClr val="000000"/>
                </a:solidFill>
                <a:miter/>
              </a:ln>
            </p:spPr>
            <p:style>
              <a:lnRef idx="0"/>
              <a:fillRef idx="0"/>
              <a:effectRef idx="0"/>
              <a:fontRef idx="minor"/>
            </p:style>
            <p:txBody>
              <a:bodyPr tIns="84960" bIns="84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0" name="Google Shape;949;p30"/>
              <p:cNvSpPr/>
              <p:nvPr/>
            </p:nvSpPr>
            <p:spPr>
              <a:xfrm>
                <a:off x="6125040" y="3065400"/>
                <a:ext cx="1244520" cy="498240"/>
              </a:xfrm>
              <a:custGeom>
                <a:avLst/>
                <a:gdLst>
                  <a:gd name="textAreaLeft" fmla="*/ 0 w 1244520"/>
                  <a:gd name="textAreaRight" fmla="*/ 1244880 w 1244520"/>
                  <a:gd name="textAreaTop" fmla="*/ 0 h 498240"/>
                  <a:gd name="textAreaBottom" fmla="*/ 498600 h 498240"/>
                </a:gdLst>
                <a:ahLst/>
                <a:cxnLst/>
                <a:rect l="textAreaLeft" t="textAreaTop" r="textAreaRight" b="textAreaBottom"/>
                <a:pathLst>
                  <a:path w="38816" h="15543">
                    <a:moveTo>
                      <a:pt x="36453" y="0"/>
                    </a:moveTo>
                    <a:lnTo>
                      <a:pt x="6605" y="4757"/>
                    </a:lnTo>
                    <a:cubicBezTo>
                      <a:pt x="781" y="5328"/>
                      <a:pt x="0" y="8535"/>
                      <a:pt x="1321" y="14265"/>
                    </a:cubicBezTo>
                    <a:cubicBezTo>
                      <a:pt x="1417" y="14683"/>
                      <a:pt x="1535" y="15054"/>
                      <a:pt x="1633" y="15543"/>
                    </a:cubicBezTo>
                    <a:lnTo>
                      <a:pt x="22380" y="14335"/>
                    </a:lnTo>
                    <a:lnTo>
                      <a:pt x="31853" y="14015"/>
                    </a:lnTo>
                    <a:cubicBezTo>
                      <a:pt x="38815" y="13245"/>
                      <a:pt x="37250" y="6962"/>
                      <a:pt x="36452" y="1"/>
                    </a:cubicBezTo>
                    <a:lnTo>
                      <a:pt x="36453" y="0"/>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1" name="Google Shape;950;p30"/>
              <p:cNvSpPr/>
              <p:nvPr/>
            </p:nvSpPr>
            <p:spPr>
              <a:xfrm>
                <a:off x="6171480" y="3468960"/>
                <a:ext cx="488880" cy="881280"/>
              </a:xfrm>
              <a:custGeom>
                <a:avLst/>
                <a:gdLst>
                  <a:gd name="textAreaLeft" fmla="*/ 0 w 488880"/>
                  <a:gd name="textAreaRight" fmla="*/ 489240 w 488880"/>
                  <a:gd name="textAreaTop" fmla="*/ 0 h 881280"/>
                  <a:gd name="textAreaBottom" fmla="*/ 881640 h 881280"/>
                </a:gdLst>
                <a:ahLst/>
                <a:cxnLst/>
                <a:rect l="textAreaLeft" t="textAreaTop" r="textAreaRight" b="textAreaBottom"/>
                <a:pathLst>
                  <a:path w="15256" h="27487">
                    <a:moveTo>
                      <a:pt x="10118" y="1"/>
                    </a:moveTo>
                    <a:lnTo>
                      <a:pt x="0" y="2250"/>
                    </a:lnTo>
                    <a:lnTo>
                      <a:pt x="8561" y="27487"/>
                    </a:lnTo>
                    <a:lnTo>
                      <a:pt x="15256" y="27379"/>
                    </a:lnTo>
                    <a:lnTo>
                      <a:pt x="10118"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2" name="Google Shape;951;p30"/>
              <p:cNvSpPr/>
              <p:nvPr/>
            </p:nvSpPr>
            <p:spPr>
              <a:xfrm>
                <a:off x="6098040" y="3132000"/>
                <a:ext cx="676080" cy="465480"/>
              </a:xfrm>
              <a:custGeom>
                <a:avLst/>
                <a:gdLst>
                  <a:gd name="textAreaLeft" fmla="*/ 0 w 676080"/>
                  <a:gd name="textAreaRight" fmla="*/ 676440 w 676080"/>
                  <a:gd name="textAreaTop" fmla="*/ 0 h 465480"/>
                  <a:gd name="textAreaBottom" fmla="*/ 465840 h 465480"/>
                </a:gdLst>
                <a:ahLst/>
                <a:cxnLst/>
                <a:rect l="textAreaLeft" t="textAreaTop" r="textAreaRight" b="textAreaBottom"/>
                <a:pathLst>
                  <a:path fill="none" w="21097" h="14523">
                    <a:moveTo>
                      <a:pt x="2890" y="14523"/>
                    </a:moveTo>
                    <a:lnTo>
                      <a:pt x="2167" y="12191"/>
                    </a:lnTo>
                    <a:cubicBezTo>
                      <a:pt x="401" y="6519"/>
                      <a:pt x="1" y="4041"/>
                      <a:pt x="7451" y="2683"/>
                    </a:cubicBezTo>
                    <a:lnTo>
                      <a:pt x="21097" y="0"/>
                    </a:lnTo>
                  </a:path>
                </a:pathLst>
              </a:custGeom>
              <a:no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3" name="Google Shape;952;p30"/>
              <p:cNvSpPr/>
              <p:nvPr/>
            </p:nvSpPr>
            <p:spPr>
              <a:xfrm>
                <a:off x="6446160" y="3507480"/>
                <a:ext cx="63000" cy="33480"/>
              </a:xfrm>
              <a:custGeom>
                <a:avLst/>
                <a:gdLst>
                  <a:gd name="textAreaLeft" fmla="*/ 0 w 63000"/>
                  <a:gd name="textAreaRight" fmla="*/ 63360 w 63000"/>
                  <a:gd name="textAreaTop" fmla="*/ 0 h 33480"/>
                  <a:gd name="textAreaBottom" fmla="*/ 33840 h 33480"/>
                </a:gdLst>
                <a:ahLst/>
                <a:cxnLst/>
                <a:rect l="textAreaLeft" t="textAreaTop" r="textAreaRight" b="textAreaBottom"/>
                <a:pathLst>
                  <a:path fill="none" w="1980" h="1055">
                    <a:moveTo>
                      <a:pt x="1979" y="1054"/>
                    </a:moveTo>
                    <a:lnTo>
                      <a:pt x="0" y="1"/>
                    </a:lnTo>
                  </a:path>
                </a:pathLst>
              </a:custGeom>
              <a:noFill/>
              <a:ln w="4150">
                <a:solidFill>
                  <a:srgbClr val="000000"/>
                </a:solidFill>
                <a:miter/>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4" name="Google Shape;953;p30"/>
              <p:cNvSpPr/>
              <p:nvPr/>
            </p:nvSpPr>
            <p:spPr>
              <a:xfrm>
                <a:off x="6423480" y="4269240"/>
                <a:ext cx="222480" cy="360"/>
              </a:xfrm>
              <a:custGeom>
                <a:avLst/>
                <a:gdLst>
                  <a:gd name="textAreaLeft" fmla="*/ 0 w 222480"/>
                  <a:gd name="textAreaRight" fmla="*/ 222840 w 222480"/>
                  <a:gd name="textAreaTop" fmla="*/ 0 h 360"/>
                  <a:gd name="textAreaBottom" fmla="*/ 720 h 360"/>
                </a:gdLst>
                <a:ahLst/>
                <a:cxnLst/>
                <a:rect l="textAreaLeft" t="textAreaTop" r="textAreaRight" b="textAreaBottom"/>
                <a:pathLst>
                  <a:path fill="none" w="6948" h="1">
                    <a:moveTo>
                      <a:pt x="6948" y="1"/>
                    </a:moveTo>
                    <a:lnTo>
                      <a:pt x="1" y="1"/>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5" name="Google Shape;954;p30"/>
              <p:cNvSpPr/>
              <p:nvPr/>
            </p:nvSpPr>
            <p:spPr>
              <a:xfrm>
                <a:off x="6376320" y="3065400"/>
                <a:ext cx="830160" cy="1203480"/>
              </a:xfrm>
              <a:custGeom>
                <a:avLst/>
                <a:gdLst>
                  <a:gd name="textAreaLeft" fmla="*/ 0 w 830160"/>
                  <a:gd name="textAreaRight" fmla="*/ 830520 w 830160"/>
                  <a:gd name="textAreaTop" fmla="*/ 0 h 1203480"/>
                  <a:gd name="textAreaBottom" fmla="*/ 1203840 h 1203480"/>
                </a:gdLst>
                <a:ahLst/>
                <a:cxnLst/>
                <a:rect l="textAreaLeft" t="textAreaTop" r="textAreaRight" b="textAreaBottom"/>
                <a:pathLst>
                  <a:path fill="none" w="25894" h="37539">
                    <a:moveTo>
                      <a:pt x="6566" y="37539"/>
                    </a:moveTo>
                    <a:lnTo>
                      <a:pt x="1446" y="15967"/>
                    </a:lnTo>
                    <a:cubicBezTo>
                      <a:pt x="1446" y="15967"/>
                      <a:pt x="0" y="10714"/>
                      <a:pt x="3128" y="10714"/>
                    </a:cubicBezTo>
                    <a:cubicBezTo>
                      <a:pt x="6840" y="10714"/>
                      <a:pt x="22370" y="9916"/>
                      <a:pt x="22370" y="9916"/>
                    </a:cubicBezTo>
                    <a:cubicBezTo>
                      <a:pt x="22370" y="9916"/>
                      <a:pt x="25893" y="10119"/>
                      <a:pt x="25246" y="4446"/>
                    </a:cubicBezTo>
                    <a:cubicBezTo>
                      <a:pt x="25210" y="4132"/>
                      <a:pt x="24556" y="351"/>
                      <a:pt x="24506" y="0"/>
                    </a:cubicBezTo>
                  </a:path>
                </a:pathLst>
              </a:custGeom>
              <a:no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6" name="Google Shape;955;p30"/>
              <p:cNvSpPr/>
              <p:nvPr/>
            </p:nvSpPr>
            <p:spPr>
              <a:xfrm>
                <a:off x="6952680" y="3164400"/>
                <a:ext cx="257040" cy="122760"/>
              </a:xfrm>
              <a:custGeom>
                <a:avLst/>
                <a:gdLst>
                  <a:gd name="textAreaLeft" fmla="*/ 0 w 257040"/>
                  <a:gd name="textAreaRight" fmla="*/ 257400 w 257040"/>
                  <a:gd name="textAreaTop" fmla="*/ 0 h 122760"/>
                  <a:gd name="textAreaBottom" fmla="*/ 123120 h 122760"/>
                </a:gdLst>
                <a:ahLst/>
                <a:cxnLst/>
                <a:rect l="textAreaLeft" t="textAreaTop" r="textAreaRight" b="textAreaBottom"/>
                <a:pathLst>
                  <a:path fill="none" w="8028" h="3844">
                    <a:moveTo>
                      <a:pt x="8027" y="3843"/>
                    </a:moveTo>
                    <a:cubicBezTo>
                      <a:pt x="8027" y="3843"/>
                      <a:pt x="6376" y="847"/>
                      <a:pt x="0" y="0"/>
                    </a:cubicBezTo>
                  </a:path>
                </a:pathLst>
              </a:custGeom>
              <a:noFill/>
              <a:ln w="4150">
                <a:solidFill>
                  <a:srgbClr val="000000"/>
                </a:solidFill>
                <a:miter/>
              </a:ln>
            </p:spPr>
            <p:style>
              <a:lnRef idx="0"/>
              <a:fillRef idx="0"/>
              <a:effectRef idx="0"/>
              <a:fontRef idx="minor"/>
            </p:style>
            <p:txBody>
              <a:bodyPr tIns="61560" bIns="61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7" name="Google Shape;956;p30"/>
              <p:cNvSpPr/>
              <p:nvPr/>
            </p:nvSpPr>
            <p:spPr>
              <a:xfrm>
                <a:off x="6034320" y="2087640"/>
                <a:ext cx="810000" cy="656640"/>
              </a:xfrm>
              <a:custGeom>
                <a:avLst/>
                <a:gdLst>
                  <a:gd name="textAreaLeft" fmla="*/ 0 w 810000"/>
                  <a:gd name="textAreaRight" fmla="*/ 810360 w 810000"/>
                  <a:gd name="textAreaTop" fmla="*/ 0 h 656640"/>
                  <a:gd name="textAreaBottom" fmla="*/ 657000 h 656640"/>
                </a:gdLst>
                <a:ahLst/>
                <a:cxnLst/>
                <a:rect l="textAreaLeft" t="textAreaTop" r="textAreaRight" b="textAreaBottom"/>
                <a:pathLst>
                  <a:path w="25266" h="20491">
                    <a:moveTo>
                      <a:pt x="3139" y="0"/>
                    </a:moveTo>
                    <a:cubicBezTo>
                      <a:pt x="3128" y="0"/>
                      <a:pt x="3118" y="1"/>
                      <a:pt x="3107" y="2"/>
                    </a:cubicBezTo>
                    <a:cubicBezTo>
                      <a:pt x="2990" y="17"/>
                      <a:pt x="2898" y="121"/>
                      <a:pt x="2864" y="234"/>
                    </a:cubicBezTo>
                    <a:cubicBezTo>
                      <a:pt x="2829" y="347"/>
                      <a:pt x="2841" y="469"/>
                      <a:pt x="2860" y="584"/>
                    </a:cubicBezTo>
                    <a:cubicBezTo>
                      <a:pt x="2942" y="1085"/>
                      <a:pt x="3064" y="1322"/>
                      <a:pt x="3237" y="1792"/>
                    </a:cubicBezTo>
                    <a:cubicBezTo>
                      <a:pt x="3392" y="2216"/>
                      <a:pt x="3547" y="2636"/>
                      <a:pt x="3711" y="2858"/>
                    </a:cubicBezTo>
                    <a:cubicBezTo>
                      <a:pt x="3551" y="2641"/>
                      <a:pt x="3382" y="2438"/>
                      <a:pt x="3198" y="2240"/>
                    </a:cubicBezTo>
                    <a:cubicBezTo>
                      <a:pt x="2899" y="1916"/>
                      <a:pt x="2570" y="1596"/>
                      <a:pt x="2199" y="1343"/>
                    </a:cubicBezTo>
                    <a:cubicBezTo>
                      <a:pt x="1893" y="1134"/>
                      <a:pt x="1481" y="884"/>
                      <a:pt x="1085" y="884"/>
                    </a:cubicBezTo>
                    <a:cubicBezTo>
                      <a:pt x="1026" y="884"/>
                      <a:pt x="967" y="890"/>
                      <a:pt x="909" y="902"/>
                    </a:cubicBezTo>
                    <a:cubicBezTo>
                      <a:pt x="642" y="956"/>
                      <a:pt x="666" y="1259"/>
                      <a:pt x="813" y="1440"/>
                    </a:cubicBezTo>
                    <a:cubicBezTo>
                      <a:pt x="791" y="1435"/>
                      <a:pt x="767" y="1427"/>
                      <a:pt x="743" y="1422"/>
                    </a:cubicBezTo>
                    <a:cubicBezTo>
                      <a:pt x="687" y="1407"/>
                      <a:pt x="626" y="1399"/>
                      <a:pt x="566" y="1399"/>
                    </a:cubicBezTo>
                    <a:cubicBezTo>
                      <a:pt x="387" y="1399"/>
                      <a:pt x="217" y="1477"/>
                      <a:pt x="209" y="1727"/>
                    </a:cubicBezTo>
                    <a:cubicBezTo>
                      <a:pt x="205" y="1867"/>
                      <a:pt x="348" y="2000"/>
                      <a:pt x="452" y="2082"/>
                    </a:cubicBezTo>
                    <a:cubicBezTo>
                      <a:pt x="582" y="2186"/>
                      <a:pt x="711" y="2292"/>
                      <a:pt x="837" y="2402"/>
                    </a:cubicBezTo>
                    <a:cubicBezTo>
                      <a:pt x="1209" y="2730"/>
                      <a:pt x="1672" y="3113"/>
                      <a:pt x="2021" y="3738"/>
                    </a:cubicBezTo>
                    <a:cubicBezTo>
                      <a:pt x="2031" y="3755"/>
                      <a:pt x="2031" y="3763"/>
                      <a:pt x="2023" y="3763"/>
                    </a:cubicBezTo>
                    <a:cubicBezTo>
                      <a:pt x="1972" y="3763"/>
                      <a:pt x="1625" y="3468"/>
                      <a:pt x="1596" y="3445"/>
                    </a:cubicBezTo>
                    <a:cubicBezTo>
                      <a:pt x="1211" y="3138"/>
                      <a:pt x="975" y="2934"/>
                      <a:pt x="562" y="2753"/>
                    </a:cubicBezTo>
                    <a:cubicBezTo>
                      <a:pt x="477" y="2715"/>
                      <a:pt x="388" y="2684"/>
                      <a:pt x="297" y="2684"/>
                    </a:cubicBezTo>
                    <a:cubicBezTo>
                      <a:pt x="295" y="2684"/>
                      <a:pt x="293" y="2684"/>
                      <a:pt x="291" y="2684"/>
                    </a:cubicBezTo>
                    <a:cubicBezTo>
                      <a:pt x="82" y="2687"/>
                      <a:pt x="0" y="2879"/>
                      <a:pt x="58" y="3061"/>
                    </a:cubicBezTo>
                    <a:cubicBezTo>
                      <a:pt x="142" y="3327"/>
                      <a:pt x="400" y="3483"/>
                      <a:pt x="598" y="3655"/>
                    </a:cubicBezTo>
                    <a:cubicBezTo>
                      <a:pt x="905" y="3924"/>
                      <a:pt x="1211" y="4197"/>
                      <a:pt x="1483" y="4502"/>
                    </a:cubicBezTo>
                    <a:cubicBezTo>
                      <a:pt x="1738" y="4785"/>
                      <a:pt x="1888" y="4980"/>
                      <a:pt x="1976" y="5355"/>
                    </a:cubicBezTo>
                    <a:cubicBezTo>
                      <a:pt x="2088" y="5833"/>
                      <a:pt x="2218" y="6312"/>
                      <a:pt x="2433" y="6755"/>
                    </a:cubicBezTo>
                    <a:cubicBezTo>
                      <a:pt x="2704" y="7313"/>
                      <a:pt x="3125" y="7824"/>
                      <a:pt x="3693" y="8077"/>
                    </a:cubicBezTo>
                    <a:cubicBezTo>
                      <a:pt x="3982" y="8208"/>
                      <a:pt x="4095" y="8507"/>
                      <a:pt x="4236" y="8767"/>
                    </a:cubicBezTo>
                    <a:cubicBezTo>
                      <a:pt x="4434" y="9133"/>
                      <a:pt x="4657" y="9486"/>
                      <a:pt x="4882" y="9834"/>
                    </a:cubicBezTo>
                    <a:cubicBezTo>
                      <a:pt x="7129" y="13332"/>
                      <a:pt x="10355" y="15899"/>
                      <a:pt x="13891" y="18004"/>
                    </a:cubicBezTo>
                    <a:cubicBezTo>
                      <a:pt x="15615" y="19028"/>
                      <a:pt x="17626" y="20099"/>
                      <a:pt x="19612" y="20462"/>
                    </a:cubicBezTo>
                    <a:cubicBezTo>
                      <a:pt x="19718" y="20481"/>
                      <a:pt x="19822" y="20491"/>
                      <a:pt x="19924" y="20491"/>
                    </a:cubicBezTo>
                    <a:cubicBezTo>
                      <a:pt x="21226" y="20491"/>
                      <a:pt x="22180" y="18978"/>
                      <a:pt x="22657" y="17731"/>
                    </a:cubicBezTo>
                    <a:cubicBezTo>
                      <a:pt x="23277" y="16117"/>
                      <a:pt x="23565" y="14408"/>
                      <a:pt x="23918" y="12722"/>
                    </a:cubicBezTo>
                    <a:cubicBezTo>
                      <a:pt x="24037" y="12157"/>
                      <a:pt x="24249" y="11220"/>
                      <a:pt x="24447" y="10477"/>
                    </a:cubicBezTo>
                    <a:cubicBezTo>
                      <a:pt x="24785" y="9203"/>
                      <a:pt x="25190" y="7922"/>
                      <a:pt x="25259" y="6596"/>
                    </a:cubicBezTo>
                    <a:cubicBezTo>
                      <a:pt x="25266" y="6471"/>
                      <a:pt x="21198" y="4019"/>
                      <a:pt x="21198" y="4019"/>
                    </a:cubicBezTo>
                    <a:lnTo>
                      <a:pt x="18783" y="12987"/>
                    </a:lnTo>
                    <a:cubicBezTo>
                      <a:pt x="18694" y="13376"/>
                      <a:pt x="18349" y="13629"/>
                      <a:pt x="17978" y="13629"/>
                    </a:cubicBezTo>
                    <a:cubicBezTo>
                      <a:pt x="17866" y="13629"/>
                      <a:pt x="17752" y="13605"/>
                      <a:pt x="17641" y="13556"/>
                    </a:cubicBezTo>
                    <a:cubicBezTo>
                      <a:pt x="15944" y="12801"/>
                      <a:pt x="14257" y="12015"/>
                      <a:pt x="12657" y="11069"/>
                    </a:cubicBezTo>
                    <a:cubicBezTo>
                      <a:pt x="10998" y="10089"/>
                      <a:pt x="9577" y="9303"/>
                      <a:pt x="7856" y="7967"/>
                    </a:cubicBezTo>
                    <a:cubicBezTo>
                      <a:pt x="7399" y="7614"/>
                      <a:pt x="6859" y="7182"/>
                      <a:pt x="6508" y="6715"/>
                    </a:cubicBezTo>
                    <a:cubicBezTo>
                      <a:pt x="6138" y="6224"/>
                      <a:pt x="5872" y="5605"/>
                      <a:pt x="5631" y="5041"/>
                    </a:cubicBezTo>
                    <a:cubicBezTo>
                      <a:pt x="5212" y="4058"/>
                      <a:pt x="4869" y="3059"/>
                      <a:pt x="4425" y="2087"/>
                    </a:cubicBezTo>
                    <a:cubicBezTo>
                      <a:pt x="4180" y="1552"/>
                      <a:pt x="3899" y="910"/>
                      <a:pt x="3604" y="401"/>
                    </a:cubicBezTo>
                    <a:cubicBezTo>
                      <a:pt x="3564" y="332"/>
                      <a:pt x="3451" y="90"/>
                      <a:pt x="3353" y="82"/>
                    </a:cubicBezTo>
                    <a:cubicBezTo>
                      <a:pt x="3291" y="36"/>
                      <a:pt x="3216" y="0"/>
                      <a:pt x="3139" y="0"/>
                    </a:cubicBezTo>
                    <a:close/>
                  </a:path>
                </a:pathLst>
              </a:custGeom>
              <a:solidFill>
                <a:srgbClr val="ffffff"/>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8" name="Google Shape;957;p30"/>
              <p:cNvSpPr/>
              <p:nvPr/>
            </p:nvSpPr>
            <p:spPr>
              <a:xfrm>
                <a:off x="6152040" y="2160000"/>
                <a:ext cx="68040" cy="132840"/>
              </a:xfrm>
              <a:custGeom>
                <a:avLst/>
                <a:gdLst>
                  <a:gd name="textAreaLeft" fmla="*/ 0 w 68040"/>
                  <a:gd name="textAreaRight" fmla="*/ 68400 w 68040"/>
                  <a:gd name="textAreaTop" fmla="*/ 0 h 132840"/>
                  <a:gd name="textAreaBottom" fmla="*/ 133200 h 132840"/>
                </a:gdLst>
                <a:ahLst/>
                <a:cxnLst/>
                <a:rect l="textAreaLeft" t="textAreaTop" r="textAreaRight" b="textAreaBottom"/>
                <a:pathLst>
                  <a:path w="2129" h="4148">
                    <a:moveTo>
                      <a:pt x="976" y="0"/>
                    </a:moveTo>
                    <a:cubicBezTo>
                      <a:pt x="969" y="0"/>
                      <a:pt x="961" y="1"/>
                      <a:pt x="953" y="2"/>
                    </a:cubicBezTo>
                    <a:cubicBezTo>
                      <a:pt x="718" y="27"/>
                      <a:pt x="657" y="503"/>
                      <a:pt x="634" y="690"/>
                    </a:cubicBezTo>
                    <a:cubicBezTo>
                      <a:pt x="597" y="993"/>
                      <a:pt x="630" y="1305"/>
                      <a:pt x="708" y="1600"/>
                    </a:cubicBezTo>
                    <a:cubicBezTo>
                      <a:pt x="746" y="1740"/>
                      <a:pt x="647" y="1772"/>
                      <a:pt x="557" y="1869"/>
                    </a:cubicBezTo>
                    <a:cubicBezTo>
                      <a:pt x="473" y="1959"/>
                      <a:pt x="399" y="2057"/>
                      <a:pt x="334" y="2162"/>
                    </a:cubicBezTo>
                    <a:cubicBezTo>
                      <a:pt x="203" y="2371"/>
                      <a:pt x="114" y="2606"/>
                      <a:pt x="73" y="2848"/>
                    </a:cubicBezTo>
                    <a:cubicBezTo>
                      <a:pt x="0" y="3293"/>
                      <a:pt x="95" y="3764"/>
                      <a:pt x="332" y="4148"/>
                    </a:cubicBezTo>
                    <a:lnTo>
                      <a:pt x="2129" y="3163"/>
                    </a:lnTo>
                    <a:cubicBezTo>
                      <a:pt x="1942" y="2659"/>
                      <a:pt x="1785" y="2174"/>
                      <a:pt x="1700" y="1750"/>
                    </a:cubicBezTo>
                    <a:cubicBezTo>
                      <a:pt x="1648" y="1497"/>
                      <a:pt x="1551" y="1255"/>
                      <a:pt x="1479" y="1005"/>
                    </a:cubicBezTo>
                    <a:cubicBezTo>
                      <a:pt x="1421" y="798"/>
                      <a:pt x="1354" y="592"/>
                      <a:pt x="1281" y="390"/>
                    </a:cubicBezTo>
                    <a:cubicBezTo>
                      <a:pt x="1230" y="249"/>
                      <a:pt x="1165" y="0"/>
                      <a:pt x="976" y="0"/>
                    </a:cubicBezTo>
                    <a:close/>
                  </a:path>
                </a:pathLst>
              </a:custGeom>
              <a:solidFill>
                <a:srgbClr val="ffffff"/>
              </a:solidFill>
              <a:ln w="0">
                <a:noFill/>
              </a:ln>
            </p:spPr>
            <p:style>
              <a:lnRef idx="0"/>
              <a:fillRef idx="0"/>
              <a:effectRef idx="0"/>
              <a:fontRef idx="minor"/>
            </p:style>
            <p:txBody>
              <a:bodyPr tIns="66600" bIns="66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9" name="Google Shape;958;p30"/>
              <p:cNvSpPr/>
              <p:nvPr/>
            </p:nvSpPr>
            <p:spPr>
              <a:xfrm>
                <a:off x="6152040" y="2159640"/>
                <a:ext cx="68040" cy="133200"/>
              </a:xfrm>
              <a:custGeom>
                <a:avLst/>
                <a:gdLst>
                  <a:gd name="textAreaLeft" fmla="*/ 0 w 68040"/>
                  <a:gd name="textAreaRight" fmla="*/ 68400 w 68040"/>
                  <a:gd name="textAreaTop" fmla="*/ 0 h 133200"/>
                  <a:gd name="textAreaBottom" fmla="*/ 133560 h 133200"/>
                </a:gdLst>
                <a:ahLst/>
                <a:cxnLst/>
                <a:rect l="textAreaLeft" t="textAreaTop" r="textAreaRight" b="textAreaBottom"/>
                <a:pathLst>
                  <a:path fill="none" w="2129" h="4168">
                    <a:moveTo>
                      <a:pt x="332" y="4168"/>
                    </a:moveTo>
                    <a:cubicBezTo>
                      <a:pt x="95" y="3784"/>
                      <a:pt x="0" y="3313"/>
                      <a:pt x="73" y="2868"/>
                    </a:cubicBezTo>
                    <a:cubicBezTo>
                      <a:pt x="114" y="2626"/>
                      <a:pt x="203" y="2391"/>
                      <a:pt x="334" y="2182"/>
                    </a:cubicBezTo>
                    <a:cubicBezTo>
                      <a:pt x="399" y="2077"/>
                      <a:pt x="473" y="1979"/>
                      <a:pt x="557" y="1889"/>
                    </a:cubicBezTo>
                    <a:cubicBezTo>
                      <a:pt x="647" y="1792"/>
                      <a:pt x="746" y="1760"/>
                      <a:pt x="708" y="1620"/>
                    </a:cubicBezTo>
                    <a:cubicBezTo>
                      <a:pt x="630" y="1325"/>
                      <a:pt x="597" y="1013"/>
                      <a:pt x="634" y="710"/>
                    </a:cubicBezTo>
                    <a:cubicBezTo>
                      <a:pt x="657" y="523"/>
                      <a:pt x="718" y="47"/>
                      <a:pt x="953" y="22"/>
                    </a:cubicBezTo>
                    <a:cubicBezTo>
                      <a:pt x="1160" y="0"/>
                      <a:pt x="1228" y="264"/>
                      <a:pt x="1281" y="410"/>
                    </a:cubicBezTo>
                    <a:cubicBezTo>
                      <a:pt x="1354" y="612"/>
                      <a:pt x="1421" y="818"/>
                      <a:pt x="1479" y="1025"/>
                    </a:cubicBezTo>
                    <a:cubicBezTo>
                      <a:pt x="1551" y="1275"/>
                      <a:pt x="1648" y="1517"/>
                      <a:pt x="1700" y="1770"/>
                    </a:cubicBezTo>
                    <a:cubicBezTo>
                      <a:pt x="1785" y="2194"/>
                      <a:pt x="1942" y="2679"/>
                      <a:pt x="2129" y="3183"/>
                    </a:cubicBezTo>
                  </a:path>
                </a:pathLst>
              </a:custGeom>
              <a:noFill/>
              <a:ln w="4150">
                <a:solidFill>
                  <a:srgbClr val="000000"/>
                </a:solidFill>
                <a:miter/>
              </a:ln>
            </p:spPr>
            <p:style>
              <a:lnRef idx="0"/>
              <a:fillRef idx="0"/>
              <a:effectRef idx="0"/>
              <a:fontRef idx="minor"/>
            </p:style>
            <p:txBody>
              <a:bodyPr tIns="66600" bIns="66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60" name="Google Shape;959;p30"/>
              <p:cNvSpPr/>
              <p:nvPr/>
            </p:nvSpPr>
            <p:spPr>
              <a:xfrm>
                <a:off x="6060240" y="2134080"/>
                <a:ext cx="65880" cy="64800"/>
              </a:xfrm>
              <a:custGeom>
                <a:avLst/>
                <a:gdLst>
                  <a:gd name="textAreaLeft" fmla="*/ 0 w 65880"/>
                  <a:gd name="textAreaRight" fmla="*/ 66240 w 65880"/>
                  <a:gd name="textAreaTop" fmla="*/ 0 h 64800"/>
                  <a:gd name="textAreaBottom" fmla="*/ 65160 h 64800"/>
                </a:gdLst>
                <a:ahLst/>
                <a:cxnLst/>
                <a:rect l="textAreaLeft" t="textAreaTop" r="textAreaRight" b="textAreaBottom"/>
                <a:pathLst>
                  <a:path w="2060" h="2027">
                    <a:moveTo>
                      <a:pt x="0" y="0"/>
                    </a:moveTo>
                    <a:lnTo>
                      <a:pt x="2060" y="2027"/>
                    </a:lnTo>
                    <a:cubicBezTo>
                      <a:pt x="1256" y="888"/>
                      <a:pt x="1" y="0"/>
                      <a:pt x="0" y="0"/>
                    </a:cubicBezTo>
                    <a:close/>
                  </a:path>
                </a:pathLst>
              </a:custGeom>
              <a:solidFill>
                <a:srgbClr val="ffffff"/>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61" name="Google Shape;960;p30"/>
              <p:cNvSpPr/>
              <p:nvPr/>
            </p:nvSpPr>
            <p:spPr>
              <a:xfrm>
                <a:off x="6060240" y="2134080"/>
                <a:ext cx="65880" cy="64800"/>
              </a:xfrm>
              <a:custGeom>
                <a:avLst/>
                <a:gdLst>
                  <a:gd name="textAreaLeft" fmla="*/ 0 w 65880"/>
                  <a:gd name="textAreaRight" fmla="*/ 66240 w 65880"/>
                  <a:gd name="textAreaTop" fmla="*/ 0 h 64800"/>
                  <a:gd name="textAreaBottom" fmla="*/ 65160 h 64800"/>
                </a:gdLst>
                <a:ahLst/>
                <a:cxnLst/>
                <a:rect l="textAreaLeft" t="textAreaTop" r="textAreaRight" b="textAreaBottom"/>
                <a:pathLst>
                  <a:path fill="none" w="2060" h="2027">
                    <a:moveTo>
                      <a:pt x="0" y="0"/>
                    </a:moveTo>
                    <a:cubicBezTo>
                      <a:pt x="0" y="0"/>
                      <a:pt x="1256" y="888"/>
                      <a:pt x="2060" y="2027"/>
                    </a:cubicBezTo>
                  </a:path>
                </a:pathLst>
              </a:custGeom>
              <a:noFill/>
              <a:ln w="4150">
                <a:solidFill>
                  <a:srgbClr val="000000"/>
                </a:solidFill>
                <a:miter/>
              </a:ln>
            </p:spPr>
            <p:style>
              <a:lnRef idx="0"/>
              <a:fillRef idx="0"/>
              <a:effectRef idx="0"/>
              <a:fontRef idx="minor"/>
            </p:style>
            <p:txBody>
              <a:bodyPr tIns="32400" bIns="32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62" name="Google Shape;961;p30"/>
              <p:cNvSpPr/>
              <p:nvPr/>
            </p:nvSpPr>
            <p:spPr>
              <a:xfrm>
                <a:off x="6623280" y="2522520"/>
                <a:ext cx="51840" cy="55440"/>
              </a:xfrm>
              <a:custGeom>
                <a:avLst/>
                <a:gdLst>
                  <a:gd name="textAreaLeft" fmla="*/ 0 w 51840"/>
                  <a:gd name="textAreaRight" fmla="*/ 52200 w 51840"/>
                  <a:gd name="textAreaTop" fmla="*/ 0 h 55440"/>
                  <a:gd name="textAreaBottom" fmla="*/ 55800 h 55440"/>
                </a:gdLst>
                <a:ahLst/>
                <a:cxnLst/>
                <a:rect l="textAreaLeft" t="textAreaTop" r="textAreaRight" b="textAreaBottom"/>
                <a:pathLst>
                  <a:path fill="none" w="1625" h="1745">
                    <a:moveTo>
                      <a:pt x="0" y="0"/>
                    </a:moveTo>
                    <a:cubicBezTo>
                      <a:pt x="620" y="655"/>
                      <a:pt x="1624" y="1745"/>
                      <a:pt x="1624" y="1745"/>
                    </a:cubicBezTo>
                  </a:path>
                </a:pathLst>
              </a:custGeom>
              <a:noFill/>
              <a:ln w="4150">
                <a:solidFill>
                  <a:srgbClr val="000000"/>
                </a:solidFill>
                <a:miter/>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63" name="Google Shape;962;p30"/>
              <p:cNvSpPr/>
              <p:nvPr/>
            </p:nvSpPr>
            <p:spPr>
              <a:xfrm>
                <a:off x="6724080" y="2057400"/>
                <a:ext cx="391320" cy="425880"/>
              </a:xfrm>
              <a:custGeom>
                <a:avLst/>
                <a:gdLst>
                  <a:gd name="textAreaLeft" fmla="*/ 0 w 391320"/>
                  <a:gd name="textAreaRight" fmla="*/ 391680 w 391320"/>
                  <a:gd name="textAreaTop" fmla="*/ 0 h 425880"/>
                  <a:gd name="textAreaBottom" fmla="*/ 426240 h 425880"/>
                </a:gdLst>
                <a:ahLst/>
                <a:cxnLst/>
                <a:rect l="textAreaLeft" t="textAreaTop" r="textAreaRight" b="textAreaBottom"/>
                <a:pathLst>
                  <a:path w="12214" h="13292">
                    <a:moveTo>
                      <a:pt x="7938" y="0"/>
                    </a:moveTo>
                    <a:cubicBezTo>
                      <a:pt x="6572" y="0"/>
                      <a:pt x="5062" y="155"/>
                      <a:pt x="3701" y="646"/>
                    </a:cubicBezTo>
                    <a:cubicBezTo>
                      <a:pt x="1" y="1981"/>
                      <a:pt x="456" y="12953"/>
                      <a:pt x="456" y="12953"/>
                    </a:cubicBezTo>
                    <a:lnTo>
                      <a:pt x="11988" y="13292"/>
                    </a:lnTo>
                    <a:lnTo>
                      <a:pt x="12213" y="460"/>
                    </a:lnTo>
                    <a:cubicBezTo>
                      <a:pt x="12213" y="460"/>
                      <a:pt x="10289" y="0"/>
                      <a:pt x="7938"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4" name="Google Shape;963;p30"/>
              <p:cNvSpPr/>
              <p:nvPr/>
            </p:nvSpPr>
            <p:spPr>
              <a:xfrm>
                <a:off x="6738840" y="2313000"/>
                <a:ext cx="566280" cy="818640"/>
              </a:xfrm>
              <a:custGeom>
                <a:avLst/>
                <a:gdLst>
                  <a:gd name="textAreaLeft" fmla="*/ 0 w 566280"/>
                  <a:gd name="textAreaRight" fmla="*/ 566640 w 566280"/>
                  <a:gd name="textAreaTop" fmla="*/ 0 h 818640"/>
                  <a:gd name="textAreaBottom" fmla="*/ 819000 h 818640"/>
                </a:gdLst>
                <a:ahLst/>
                <a:cxnLst/>
                <a:rect l="textAreaLeft" t="textAreaTop" r="textAreaRight" b="textAreaBottom"/>
                <a:pathLst>
                  <a:path w="17670" h="25537">
                    <a:moveTo>
                      <a:pt x="15072" y="0"/>
                    </a:moveTo>
                    <a:lnTo>
                      <a:pt x="0" y="4330"/>
                    </a:lnTo>
                    <a:lnTo>
                      <a:pt x="4318" y="11307"/>
                    </a:lnTo>
                    <a:cubicBezTo>
                      <a:pt x="4302" y="11372"/>
                      <a:pt x="4284" y="11437"/>
                      <a:pt x="4268" y="11501"/>
                    </a:cubicBezTo>
                    <a:cubicBezTo>
                      <a:pt x="3183" y="15756"/>
                      <a:pt x="2098" y="20009"/>
                      <a:pt x="1014" y="24263"/>
                    </a:cubicBezTo>
                    <a:cubicBezTo>
                      <a:pt x="934" y="24574"/>
                      <a:pt x="5115" y="25139"/>
                      <a:pt x="5462" y="25184"/>
                    </a:cubicBezTo>
                    <a:cubicBezTo>
                      <a:pt x="7055" y="25390"/>
                      <a:pt x="8628" y="25537"/>
                      <a:pt x="10210" y="25537"/>
                    </a:cubicBezTo>
                    <a:cubicBezTo>
                      <a:pt x="11134" y="25537"/>
                      <a:pt x="12060" y="25487"/>
                      <a:pt x="12996" y="25370"/>
                    </a:cubicBezTo>
                    <a:cubicBezTo>
                      <a:pt x="13351" y="25326"/>
                      <a:pt x="17669" y="24619"/>
                      <a:pt x="17657" y="24284"/>
                    </a:cubicBezTo>
                    <a:cubicBezTo>
                      <a:pt x="17656" y="24267"/>
                      <a:pt x="16467" y="14704"/>
                      <a:pt x="15642" y="8541"/>
                    </a:cubicBezTo>
                    <a:cubicBezTo>
                      <a:pt x="15848" y="3835"/>
                      <a:pt x="15072" y="0"/>
                      <a:pt x="15072"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5" name="Google Shape;964;p30"/>
              <p:cNvSpPr/>
              <p:nvPr/>
            </p:nvSpPr>
            <p:spPr>
              <a:xfrm>
                <a:off x="6631200" y="2313000"/>
                <a:ext cx="305280" cy="589320"/>
              </a:xfrm>
              <a:custGeom>
                <a:avLst/>
                <a:gdLst>
                  <a:gd name="textAreaLeft" fmla="*/ 0 w 305280"/>
                  <a:gd name="textAreaRight" fmla="*/ 305640 w 305280"/>
                  <a:gd name="textAreaTop" fmla="*/ 0 h 589320"/>
                  <a:gd name="textAreaBottom" fmla="*/ 589680 h 589320"/>
                </a:gdLst>
                <a:ahLst/>
                <a:cxnLst/>
                <a:rect l="textAreaLeft" t="textAreaTop" r="textAreaRight" b="textAreaBottom"/>
                <a:pathLst>
                  <a:path w="9536" h="18391">
                    <a:moveTo>
                      <a:pt x="3286" y="0"/>
                    </a:moveTo>
                    <a:cubicBezTo>
                      <a:pt x="0" y="5321"/>
                      <a:pt x="4034" y="5665"/>
                      <a:pt x="4034" y="5665"/>
                    </a:cubicBezTo>
                    <a:cubicBezTo>
                      <a:pt x="4034" y="5665"/>
                      <a:pt x="4034" y="8727"/>
                      <a:pt x="5164" y="13441"/>
                    </a:cubicBezTo>
                    <a:cubicBezTo>
                      <a:pt x="5164" y="13441"/>
                      <a:pt x="4927" y="15615"/>
                      <a:pt x="5015" y="18391"/>
                    </a:cubicBezTo>
                    <a:lnTo>
                      <a:pt x="9536" y="16539"/>
                    </a:lnTo>
                    <a:lnTo>
                      <a:pt x="8996" y="0"/>
                    </a:lnTo>
                    <a:close/>
                  </a:path>
                </a:pathLst>
              </a:custGeom>
              <a:solidFill>
                <a:srgbClr val="00000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6" name="Google Shape;965;p30"/>
              <p:cNvSpPr/>
              <p:nvPr/>
            </p:nvSpPr>
            <p:spPr>
              <a:xfrm>
                <a:off x="7060680" y="2071800"/>
                <a:ext cx="227160" cy="326520"/>
              </a:xfrm>
              <a:custGeom>
                <a:avLst/>
                <a:gdLst>
                  <a:gd name="textAreaLeft" fmla="*/ 0 w 227160"/>
                  <a:gd name="textAreaRight" fmla="*/ 227520 w 227160"/>
                  <a:gd name="textAreaTop" fmla="*/ 0 h 326520"/>
                  <a:gd name="textAreaBottom" fmla="*/ 326880 h 326520"/>
                </a:gdLst>
                <a:ahLst/>
                <a:cxnLst/>
                <a:rect l="textAreaLeft" t="textAreaTop" r="textAreaRight" b="textAreaBottom"/>
                <a:pathLst>
                  <a:path w="7096" h="10189">
                    <a:moveTo>
                      <a:pt x="1717" y="1"/>
                    </a:moveTo>
                    <a:lnTo>
                      <a:pt x="1" y="10189"/>
                    </a:lnTo>
                    <a:lnTo>
                      <a:pt x="7095" y="7512"/>
                    </a:lnTo>
                    <a:cubicBezTo>
                      <a:pt x="5275" y="623"/>
                      <a:pt x="1717" y="1"/>
                      <a:pt x="1717"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7" name="Google Shape;966;p30"/>
              <p:cNvSpPr/>
              <p:nvPr/>
            </p:nvSpPr>
            <p:spPr>
              <a:xfrm>
                <a:off x="6653160" y="2077920"/>
                <a:ext cx="189720" cy="344160"/>
              </a:xfrm>
              <a:custGeom>
                <a:avLst/>
                <a:gdLst>
                  <a:gd name="textAreaLeft" fmla="*/ 0 w 189720"/>
                  <a:gd name="textAreaRight" fmla="*/ 190080 w 189720"/>
                  <a:gd name="textAreaTop" fmla="*/ 0 h 344160"/>
                  <a:gd name="textAreaBottom" fmla="*/ 344520 h 344160"/>
                </a:gdLst>
                <a:ahLst/>
                <a:cxnLst/>
                <a:rect l="textAreaLeft" t="textAreaTop" r="textAreaRight" b="textAreaBottom"/>
                <a:pathLst>
                  <a:path w="5922" h="10746">
                    <a:moveTo>
                      <a:pt x="5921" y="1"/>
                    </a:moveTo>
                    <a:lnTo>
                      <a:pt x="5921" y="1"/>
                    </a:lnTo>
                    <a:cubicBezTo>
                      <a:pt x="5921" y="1"/>
                      <a:pt x="2369" y="1"/>
                      <a:pt x="0" y="7858"/>
                    </a:cubicBezTo>
                    <a:lnTo>
                      <a:pt x="5807" y="10745"/>
                    </a:lnTo>
                    <a:lnTo>
                      <a:pt x="5921" y="1"/>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8" name="Google Shape;967;p30"/>
              <p:cNvSpPr/>
              <p:nvPr/>
            </p:nvSpPr>
            <p:spPr>
              <a:xfrm>
                <a:off x="6631200" y="2313000"/>
                <a:ext cx="128880" cy="181440"/>
              </a:xfrm>
              <a:custGeom>
                <a:avLst/>
                <a:gdLst>
                  <a:gd name="textAreaLeft" fmla="*/ 0 w 128880"/>
                  <a:gd name="textAreaRight" fmla="*/ 129240 w 128880"/>
                  <a:gd name="textAreaTop" fmla="*/ 0 h 181440"/>
                  <a:gd name="textAreaBottom" fmla="*/ 181800 h 181440"/>
                </a:gdLst>
                <a:ahLst/>
                <a:cxnLst/>
                <a:rect l="textAreaLeft" t="textAreaTop" r="textAreaRight" b="textAreaBottom"/>
                <a:pathLst>
                  <a:path w="4035" h="5666">
                    <a:moveTo>
                      <a:pt x="3286" y="0"/>
                    </a:moveTo>
                    <a:cubicBezTo>
                      <a:pt x="0" y="5321"/>
                      <a:pt x="4034" y="5665"/>
                      <a:pt x="4034" y="5665"/>
                    </a:cubicBezTo>
                    <a:lnTo>
                      <a:pt x="3286" y="0"/>
                    </a:lnTo>
                    <a:close/>
                  </a:path>
                </a:pathLst>
              </a:custGeom>
              <a:solidFill>
                <a:schemeClr val="dk1"/>
              </a:solidFill>
              <a:ln w="0">
                <a:noFill/>
              </a:ln>
            </p:spPr>
            <p:style>
              <a:lnRef idx="0"/>
              <a:fillRef idx="0"/>
              <a:effectRef idx="0"/>
              <a:fontRef idx="minor"/>
            </p:style>
            <p:txBody>
              <a:bodyPr tIns="90720" bIns="90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9" name="Google Shape;968;p30"/>
              <p:cNvSpPr/>
              <p:nvPr/>
            </p:nvSpPr>
            <p:spPr>
              <a:xfrm>
                <a:off x="6897960" y="2431800"/>
                <a:ext cx="130320" cy="69840"/>
              </a:xfrm>
              <a:custGeom>
                <a:avLst/>
                <a:gdLst>
                  <a:gd name="textAreaLeft" fmla="*/ 0 w 130320"/>
                  <a:gd name="textAreaRight" fmla="*/ 130680 w 130320"/>
                  <a:gd name="textAreaTop" fmla="*/ 0 h 69840"/>
                  <a:gd name="textAreaBottom" fmla="*/ 70200 h 69840"/>
                </a:gdLst>
                <a:ahLst/>
                <a:cxnLst/>
                <a:rect l="textAreaLeft" t="textAreaTop" r="textAreaRight" b="textAreaBottom"/>
                <a:pathLst>
                  <a:path fill="none" w="4074" h="2188">
                    <a:moveTo>
                      <a:pt x="1" y="1373"/>
                    </a:moveTo>
                    <a:cubicBezTo>
                      <a:pt x="1" y="1373"/>
                      <a:pt x="2685" y="2188"/>
                      <a:pt x="4073" y="1"/>
                    </a:cubicBezTo>
                  </a:path>
                </a:pathLst>
              </a:custGeom>
              <a:noFill/>
              <a:ln w="4150">
                <a:solidFill>
                  <a:srgbClr val="ffffff"/>
                </a:solidFill>
                <a:miter/>
              </a:ln>
            </p:spPr>
            <p:style>
              <a:lnRef idx="0"/>
              <a:fillRef idx="0"/>
              <a:effectRef idx="0"/>
              <a:fontRef idx="minor"/>
            </p:style>
            <p:txBody>
              <a:bodyPr tIns="34920" bIns="34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0" name="Google Shape;969;p30"/>
              <p:cNvSpPr/>
              <p:nvPr/>
            </p:nvSpPr>
            <p:spPr>
              <a:xfrm>
                <a:off x="6717960" y="2179080"/>
                <a:ext cx="76320" cy="166320"/>
              </a:xfrm>
              <a:custGeom>
                <a:avLst/>
                <a:gdLst>
                  <a:gd name="textAreaLeft" fmla="*/ 0 w 76320"/>
                  <a:gd name="textAreaRight" fmla="*/ 76680 w 76320"/>
                  <a:gd name="textAreaTop" fmla="*/ 0 h 166320"/>
                  <a:gd name="textAreaBottom" fmla="*/ 166680 h 166320"/>
                </a:gdLst>
                <a:ahLst/>
                <a:cxnLst/>
                <a:rect l="textAreaLeft" t="textAreaTop" r="textAreaRight" b="textAreaBottom"/>
                <a:pathLst>
                  <a:path fill="none" w="2388" h="5193">
                    <a:moveTo>
                      <a:pt x="2387" y="0"/>
                    </a:moveTo>
                    <a:lnTo>
                      <a:pt x="1" y="5193"/>
                    </a:lnTo>
                  </a:path>
                </a:pathLst>
              </a:custGeom>
              <a:noFill/>
              <a:ln w="4150">
                <a:solidFill>
                  <a:srgbClr val="ffffff"/>
                </a:solidFill>
                <a:miter/>
              </a:ln>
            </p:spPr>
            <p:style>
              <a:lnRef idx="0"/>
              <a:fillRef idx="0"/>
              <a:effectRef idx="0"/>
              <a:fontRef idx="minor"/>
            </p:style>
            <p:txBody>
              <a:bodyPr tIns="83160" bIns="83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1" name="Google Shape;970;p30"/>
              <p:cNvSpPr/>
              <p:nvPr/>
            </p:nvSpPr>
            <p:spPr>
              <a:xfrm>
                <a:off x="7042680" y="2262240"/>
                <a:ext cx="20520" cy="141120"/>
              </a:xfrm>
              <a:custGeom>
                <a:avLst/>
                <a:gdLst>
                  <a:gd name="textAreaLeft" fmla="*/ 0 w 20520"/>
                  <a:gd name="textAreaRight" fmla="*/ 20880 w 20520"/>
                  <a:gd name="textAreaTop" fmla="*/ 0 h 141120"/>
                  <a:gd name="textAreaBottom" fmla="*/ 141480 h 141120"/>
                </a:gdLst>
                <a:ahLst/>
                <a:cxnLst/>
                <a:rect l="textAreaLeft" t="textAreaTop" r="textAreaRight" b="textAreaBottom"/>
                <a:pathLst>
                  <a:path fill="none" w="647" h="4414">
                    <a:moveTo>
                      <a:pt x="1" y="0"/>
                    </a:moveTo>
                    <a:lnTo>
                      <a:pt x="308" y="4413"/>
                    </a:lnTo>
                    <a:lnTo>
                      <a:pt x="646" y="4257"/>
                    </a:lnTo>
                  </a:path>
                </a:pathLst>
              </a:custGeom>
              <a:noFill/>
              <a:ln w="4150">
                <a:solidFill>
                  <a:srgbClr val="ffffff"/>
                </a:solidFill>
                <a:miter/>
              </a:ln>
            </p:spPr>
            <p:style>
              <a:lnRef idx="0"/>
              <a:fillRef idx="0"/>
              <a:effectRef idx="0"/>
              <a:fontRef idx="minor"/>
            </p:style>
            <p:txBody>
              <a:bodyPr tIns="70560" bIns="70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2" name="Google Shape;971;p30"/>
              <p:cNvSpPr/>
              <p:nvPr/>
            </p:nvSpPr>
            <p:spPr>
              <a:xfrm>
                <a:off x="6920280" y="1763640"/>
                <a:ext cx="155520" cy="277200"/>
              </a:xfrm>
              <a:custGeom>
                <a:avLst/>
                <a:gdLst>
                  <a:gd name="textAreaLeft" fmla="*/ 0 w 155520"/>
                  <a:gd name="textAreaRight" fmla="*/ 155880 w 155520"/>
                  <a:gd name="textAreaTop" fmla="*/ 0 h 277200"/>
                  <a:gd name="textAreaBottom" fmla="*/ 277560 h 277200"/>
                </a:gdLst>
                <a:ahLst/>
                <a:cxnLst/>
                <a:rect l="textAreaLeft" t="textAreaTop" r="textAreaRight" b="textAreaBottom"/>
                <a:pathLst>
                  <a:path w="4857" h="8657">
                    <a:moveTo>
                      <a:pt x="1" y="1"/>
                    </a:moveTo>
                    <a:lnTo>
                      <a:pt x="1" y="8649"/>
                    </a:lnTo>
                    <a:cubicBezTo>
                      <a:pt x="1" y="8649"/>
                      <a:pt x="1747" y="8656"/>
                      <a:pt x="3186" y="8656"/>
                    </a:cubicBezTo>
                    <a:cubicBezTo>
                      <a:pt x="3905" y="8656"/>
                      <a:pt x="4548" y="8654"/>
                      <a:pt x="4856" y="8649"/>
                    </a:cubicBezTo>
                    <a:cubicBezTo>
                      <a:pt x="3320" y="6578"/>
                      <a:pt x="3582" y="944"/>
                      <a:pt x="3582" y="944"/>
                    </a:cubicBezTo>
                    <a:lnTo>
                      <a:pt x="1" y="1"/>
                    </a:ln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3" name="Google Shape;972;p30"/>
              <p:cNvSpPr/>
              <p:nvPr/>
            </p:nvSpPr>
            <p:spPr>
              <a:xfrm>
                <a:off x="6963840" y="1779840"/>
                <a:ext cx="128160" cy="186480"/>
              </a:xfrm>
              <a:custGeom>
                <a:avLst/>
                <a:gdLst>
                  <a:gd name="textAreaLeft" fmla="*/ 0 w 128160"/>
                  <a:gd name="textAreaRight" fmla="*/ 128520 w 128160"/>
                  <a:gd name="textAreaTop" fmla="*/ 0 h 186480"/>
                  <a:gd name="textAreaBottom" fmla="*/ 186840 h 186480"/>
                </a:gdLst>
                <a:ahLst/>
                <a:cxnLst/>
                <a:rect l="textAreaLeft" t="textAreaTop" r="textAreaRight" b="textAreaBottom"/>
                <a:pathLst>
                  <a:path w="4012" h="5829">
                    <a:moveTo>
                      <a:pt x="92" y="1"/>
                    </a:moveTo>
                    <a:lnTo>
                      <a:pt x="0" y="2693"/>
                    </a:lnTo>
                    <a:lnTo>
                      <a:pt x="399" y="5829"/>
                    </a:lnTo>
                    <a:cubicBezTo>
                      <a:pt x="4012" y="2899"/>
                      <a:pt x="1127" y="705"/>
                      <a:pt x="1127" y="705"/>
                    </a:cubicBezTo>
                    <a:lnTo>
                      <a:pt x="92" y="1"/>
                    </a:ln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4" name="Google Shape;973;p30"/>
              <p:cNvSpPr/>
              <p:nvPr/>
            </p:nvSpPr>
            <p:spPr>
              <a:xfrm>
                <a:off x="6756480" y="1757520"/>
                <a:ext cx="253800" cy="372240"/>
              </a:xfrm>
              <a:custGeom>
                <a:avLst/>
                <a:gdLst>
                  <a:gd name="textAreaLeft" fmla="*/ 0 w 253800"/>
                  <a:gd name="textAreaRight" fmla="*/ 254160 w 253800"/>
                  <a:gd name="textAreaTop" fmla="*/ 0 h 372240"/>
                  <a:gd name="textAreaBottom" fmla="*/ 372600 h 372240"/>
                </a:gdLst>
                <a:ahLst/>
                <a:cxnLst/>
                <a:rect l="textAreaLeft" t="textAreaTop" r="textAreaRight" b="textAreaBottom"/>
                <a:pathLst>
                  <a:path w="7925" h="11614">
                    <a:moveTo>
                      <a:pt x="468" y="1"/>
                    </a:moveTo>
                    <a:cubicBezTo>
                      <a:pt x="468" y="1"/>
                      <a:pt x="212" y="2484"/>
                      <a:pt x="12" y="6115"/>
                    </a:cubicBezTo>
                    <a:cubicBezTo>
                      <a:pt x="2" y="6317"/>
                      <a:pt x="0" y="6521"/>
                      <a:pt x="27" y="6722"/>
                    </a:cubicBezTo>
                    <a:cubicBezTo>
                      <a:pt x="212" y="8123"/>
                      <a:pt x="1246" y="8462"/>
                      <a:pt x="2200" y="8462"/>
                    </a:cubicBezTo>
                    <a:cubicBezTo>
                      <a:pt x="3038" y="8462"/>
                      <a:pt x="3815" y="8200"/>
                      <a:pt x="3899" y="8166"/>
                    </a:cubicBezTo>
                    <a:lnTo>
                      <a:pt x="3899" y="8166"/>
                    </a:lnTo>
                    <a:lnTo>
                      <a:pt x="3853" y="9981"/>
                    </a:lnTo>
                    <a:cubicBezTo>
                      <a:pt x="4027" y="10452"/>
                      <a:pt x="4164" y="10862"/>
                      <a:pt x="4400" y="11347"/>
                    </a:cubicBezTo>
                    <a:cubicBezTo>
                      <a:pt x="4485" y="11521"/>
                      <a:pt x="4655" y="11614"/>
                      <a:pt x="4828" y="11614"/>
                    </a:cubicBezTo>
                    <a:cubicBezTo>
                      <a:pt x="4945" y="11614"/>
                      <a:pt x="5064" y="11571"/>
                      <a:pt x="5160" y="11480"/>
                    </a:cubicBezTo>
                    <a:cubicBezTo>
                      <a:pt x="5843" y="10833"/>
                      <a:pt x="6104" y="10153"/>
                      <a:pt x="6865" y="9322"/>
                    </a:cubicBezTo>
                    <a:lnTo>
                      <a:pt x="6865" y="5266"/>
                    </a:lnTo>
                    <a:cubicBezTo>
                      <a:pt x="7092" y="5069"/>
                      <a:pt x="7292" y="4843"/>
                      <a:pt x="7440" y="4654"/>
                    </a:cubicBezTo>
                    <a:cubicBezTo>
                      <a:pt x="7685" y="4345"/>
                      <a:pt x="7847" y="3974"/>
                      <a:pt x="7887" y="3582"/>
                    </a:cubicBezTo>
                    <a:cubicBezTo>
                      <a:pt x="7924" y="3227"/>
                      <a:pt x="7862" y="2855"/>
                      <a:pt x="7464" y="2790"/>
                    </a:cubicBezTo>
                    <a:cubicBezTo>
                      <a:pt x="7413" y="2782"/>
                      <a:pt x="7364" y="2778"/>
                      <a:pt x="7317" y="2778"/>
                    </a:cubicBezTo>
                    <a:cubicBezTo>
                      <a:pt x="6893" y="2778"/>
                      <a:pt x="6611" y="3099"/>
                      <a:pt x="6458" y="3347"/>
                    </a:cubicBezTo>
                    <a:lnTo>
                      <a:pt x="6606" y="253"/>
                    </a:lnTo>
                    <a:lnTo>
                      <a:pt x="468" y="1"/>
                    </a:lnTo>
                    <a:close/>
                  </a:path>
                </a:pathLst>
              </a:custGeom>
              <a:solidFill>
                <a:schemeClr val="lt1"/>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5" name="Google Shape;974;p30"/>
              <p:cNvSpPr/>
              <p:nvPr/>
            </p:nvSpPr>
            <p:spPr>
              <a:xfrm>
                <a:off x="6972120" y="1859040"/>
                <a:ext cx="22680" cy="43560"/>
              </a:xfrm>
              <a:custGeom>
                <a:avLst/>
                <a:gdLst>
                  <a:gd name="textAreaLeft" fmla="*/ 0 w 22680"/>
                  <a:gd name="textAreaRight" fmla="*/ 23040 w 22680"/>
                  <a:gd name="textAreaTop" fmla="*/ 0 h 43560"/>
                  <a:gd name="textAreaBottom" fmla="*/ 43920 h 43560"/>
                </a:gdLst>
                <a:ahLst/>
                <a:cxnLst/>
                <a:rect l="textAreaLeft" t="textAreaTop" r="textAreaRight" b="textAreaBottom"/>
                <a:pathLst>
                  <a:path w="722" h="1374">
                    <a:moveTo>
                      <a:pt x="721" y="1"/>
                    </a:moveTo>
                    <a:cubicBezTo>
                      <a:pt x="721" y="1"/>
                      <a:pt x="1" y="179"/>
                      <a:pt x="25" y="1373"/>
                    </a:cubicBezTo>
                    <a:lnTo>
                      <a:pt x="721" y="1"/>
                    </a:lnTo>
                    <a:close/>
                  </a:path>
                </a:pathLst>
              </a:custGeom>
              <a:solidFill>
                <a:srgbClr val="ffffff"/>
              </a:solidFill>
              <a:ln w="0">
                <a:noFill/>
              </a:ln>
            </p:spPr>
            <p:style>
              <a:lnRef idx="0"/>
              <a:fillRef idx="0"/>
              <a:effectRef idx="0"/>
              <a:fontRef idx="minor"/>
            </p:style>
            <p:txBody>
              <a:bodyPr tIns="21960" bIns="21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6" name="Google Shape;975;p30"/>
              <p:cNvSpPr/>
              <p:nvPr/>
            </p:nvSpPr>
            <p:spPr>
              <a:xfrm>
                <a:off x="6972120" y="1859040"/>
                <a:ext cx="22680" cy="43560"/>
              </a:xfrm>
              <a:custGeom>
                <a:avLst/>
                <a:gdLst>
                  <a:gd name="textAreaLeft" fmla="*/ 0 w 22680"/>
                  <a:gd name="textAreaRight" fmla="*/ 23040 w 22680"/>
                  <a:gd name="textAreaTop" fmla="*/ 0 h 43560"/>
                  <a:gd name="textAreaBottom" fmla="*/ 43920 h 43560"/>
                </a:gdLst>
                <a:ahLst/>
                <a:cxnLst/>
                <a:rect l="textAreaLeft" t="textAreaTop" r="textAreaRight" b="textAreaBottom"/>
                <a:pathLst>
                  <a:path fill="none" w="722" h="1374">
                    <a:moveTo>
                      <a:pt x="721" y="1"/>
                    </a:moveTo>
                    <a:cubicBezTo>
                      <a:pt x="721" y="1"/>
                      <a:pt x="1" y="179"/>
                      <a:pt x="25" y="1373"/>
                    </a:cubicBezTo>
                  </a:path>
                </a:pathLst>
              </a:custGeom>
              <a:noFill/>
              <a:ln w="4150">
                <a:solidFill>
                  <a:srgbClr val="000000"/>
                </a:solidFill>
                <a:miter/>
              </a:ln>
            </p:spPr>
            <p:style>
              <a:lnRef idx="0"/>
              <a:fillRef idx="0"/>
              <a:effectRef idx="0"/>
              <a:fontRef idx="minor"/>
            </p:style>
            <p:txBody>
              <a:bodyPr tIns="21960" bIns="21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7" name="Google Shape;976;p30"/>
              <p:cNvSpPr/>
              <p:nvPr/>
            </p:nvSpPr>
            <p:spPr>
              <a:xfrm>
                <a:off x="6979320" y="1872720"/>
                <a:ext cx="15480" cy="25920"/>
              </a:xfrm>
              <a:custGeom>
                <a:avLst/>
                <a:gdLst>
                  <a:gd name="textAreaLeft" fmla="*/ 0 w 15480"/>
                  <a:gd name="textAreaRight" fmla="*/ 15840 w 15480"/>
                  <a:gd name="textAreaTop" fmla="*/ 0 h 25920"/>
                  <a:gd name="textAreaBottom" fmla="*/ 26280 h 25920"/>
                </a:gdLst>
                <a:ahLst/>
                <a:cxnLst/>
                <a:rect l="textAreaLeft" t="textAreaTop" r="textAreaRight" b="textAreaBottom"/>
                <a:pathLst>
                  <a:path w="493" h="820">
                    <a:moveTo>
                      <a:pt x="0" y="1"/>
                    </a:moveTo>
                    <a:lnTo>
                      <a:pt x="145" y="819"/>
                    </a:lnTo>
                    <a:cubicBezTo>
                      <a:pt x="493" y="168"/>
                      <a:pt x="0" y="1"/>
                      <a:pt x="0" y="1"/>
                    </a:cubicBezTo>
                    <a:close/>
                  </a:path>
                </a:pathLst>
              </a:custGeom>
              <a:solidFill>
                <a:srgbClr val="ffffff"/>
              </a:solidFill>
              <a:ln w="0">
                <a:noFill/>
              </a:ln>
            </p:spPr>
            <p:style>
              <a:lnRef idx="0"/>
              <a:fillRef idx="0"/>
              <a:effectRef idx="0"/>
              <a:fontRef idx="minor"/>
            </p:style>
            <p:txBody>
              <a:bodyPr tIns="12960" bIns="12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8" name="Google Shape;977;p30"/>
              <p:cNvSpPr/>
              <p:nvPr/>
            </p:nvSpPr>
            <p:spPr>
              <a:xfrm>
                <a:off x="6979320" y="1872720"/>
                <a:ext cx="15480" cy="25920"/>
              </a:xfrm>
              <a:custGeom>
                <a:avLst/>
                <a:gdLst>
                  <a:gd name="textAreaLeft" fmla="*/ 0 w 15480"/>
                  <a:gd name="textAreaRight" fmla="*/ 15840 w 15480"/>
                  <a:gd name="textAreaTop" fmla="*/ 0 h 25920"/>
                  <a:gd name="textAreaBottom" fmla="*/ 26280 h 25920"/>
                </a:gdLst>
                <a:ahLst/>
                <a:cxnLst/>
                <a:rect l="textAreaLeft" t="textAreaTop" r="textAreaRight" b="textAreaBottom"/>
                <a:pathLst>
                  <a:path fill="none" w="494" h="820">
                    <a:moveTo>
                      <a:pt x="0" y="1"/>
                    </a:moveTo>
                    <a:cubicBezTo>
                      <a:pt x="0" y="1"/>
                      <a:pt x="493" y="168"/>
                      <a:pt x="145" y="819"/>
                    </a:cubicBezTo>
                  </a:path>
                </a:pathLst>
              </a:custGeom>
              <a:noFill/>
              <a:ln w="4150">
                <a:solidFill>
                  <a:srgbClr val="000000"/>
                </a:solidFill>
                <a:miter/>
              </a:ln>
            </p:spPr>
            <p:style>
              <a:lnRef idx="0"/>
              <a:fillRef idx="0"/>
              <a:effectRef idx="0"/>
              <a:fontRef idx="minor"/>
            </p:style>
            <p:txBody>
              <a:bodyPr tIns="12960" bIns="12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9" name="Google Shape;978;p30"/>
              <p:cNvSpPr/>
              <p:nvPr/>
            </p:nvSpPr>
            <p:spPr>
              <a:xfrm>
                <a:off x="6843240" y="1855440"/>
                <a:ext cx="12600" cy="20880"/>
              </a:xfrm>
              <a:custGeom>
                <a:avLst/>
                <a:gdLst>
                  <a:gd name="textAreaLeft" fmla="*/ 0 w 12600"/>
                  <a:gd name="textAreaRight" fmla="*/ 12960 w 12600"/>
                  <a:gd name="textAreaTop" fmla="*/ 0 h 20880"/>
                  <a:gd name="textAreaBottom" fmla="*/ 21240 h 20880"/>
                </a:gdLst>
                <a:ahLst/>
                <a:cxnLst/>
                <a:rect l="textAreaLeft" t="textAreaTop" r="textAreaRight" b="textAreaBottom"/>
                <a:pathLst>
                  <a:path w="409" h="663">
                    <a:moveTo>
                      <a:pt x="204" y="1"/>
                    </a:moveTo>
                    <a:cubicBezTo>
                      <a:pt x="93" y="1"/>
                      <a:pt x="1" y="148"/>
                      <a:pt x="1" y="332"/>
                    </a:cubicBezTo>
                    <a:cubicBezTo>
                      <a:pt x="1" y="515"/>
                      <a:pt x="93" y="663"/>
                      <a:pt x="204" y="663"/>
                    </a:cubicBezTo>
                    <a:cubicBezTo>
                      <a:pt x="317" y="663"/>
                      <a:pt x="409" y="515"/>
                      <a:pt x="409" y="332"/>
                    </a:cubicBezTo>
                    <a:cubicBezTo>
                      <a:pt x="409" y="148"/>
                      <a:pt x="317" y="1"/>
                      <a:pt x="204" y="1"/>
                    </a:cubicBezTo>
                    <a:close/>
                  </a:path>
                </a:pathLst>
              </a:custGeom>
              <a:solidFill>
                <a:schemeClr val="dk1"/>
              </a:solidFill>
              <a:ln w="0">
                <a:noFill/>
              </a:ln>
            </p:spPr>
            <p:style>
              <a:lnRef idx="0"/>
              <a:fillRef idx="0"/>
              <a:effectRef idx="0"/>
              <a:fontRef idx="minor"/>
            </p:style>
            <p:txBody>
              <a:bodyPr tIns="10440" bIns="10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0" name="Google Shape;979;p30"/>
              <p:cNvSpPr/>
              <p:nvPr/>
            </p:nvSpPr>
            <p:spPr>
              <a:xfrm>
                <a:off x="6771960" y="1855440"/>
                <a:ext cx="12600" cy="20880"/>
              </a:xfrm>
              <a:custGeom>
                <a:avLst/>
                <a:gdLst>
                  <a:gd name="textAreaLeft" fmla="*/ 0 w 12600"/>
                  <a:gd name="textAreaRight" fmla="*/ 12960 w 12600"/>
                  <a:gd name="textAreaTop" fmla="*/ 0 h 20880"/>
                  <a:gd name="textAreaBottom" fmla="*/ 21240 h 20880"/>
                </a:gdLst>
                <a:ahLst/>
                <a:cxnLst/>
                <a:rect l="textAreaLeft" t="textAreaTop" r="textAreaRight" b="textAreaBottom"/>
                <a:pathLst>
                  <a:path w="409" h="663">
                    <a:moveTo>
                      <a:pt x="203" y="1"/>
                    </a:moveTo>
                    <a:cubicBezTo>
                      <a:pt x="92" y="1"/>
                      <a:pt x="0" y="148"/>
                      <a:pt x="0" y="332"/>
                    </a:cubicBezTo>
                    <a:cubicBezTo>
                      <a:pt x="0" y="515"/>
                      <a:pt x="92" y="663"/>
                      <a:pt x="203" y="663"/>
                    </a:cubicBezTo>
                    <a:cubicBezTo>
                      <a:pt x="316" y="663"/>
                      <a:pt x="408" y="515"/>
                      <a:pt x="408" y="332"/>
                    </a:cubicBezTo>
                    <a:cubicBezTo>
                      <a:pt x="408" y="148"/>
                      <a:pt x="316" y="1"/>
                      <a:pt x="203" y="1"/>
                    </a:cubicBezTo>
                    <a:close/>
                  </a:path>
                </a:pathLst>
              </a:custGeom>
              <a:solidFill>
                <a:schemeClr val="dk1"/>
              </a:solidFill>
              <a:ln w="0">
                <a:noFill/>
              </a:ln>
            </p:spPr>
            <p:style>
              <a:lnRef idx="0"/>
              <a:fillRef idx="0"/>
              <a:effectRef idx="0"/>
              <a:fontRef idx="minor"/>
            </p:style>
            <p:txBody>
              <a:bodyPr tIns="10440" bIns="10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1" name="Google Shape;980;p30"/>
              <p:cNvSpPr/>
              <p:nvPr/>
            </p:nvSpPr>
            <p:spPr>
              <a:xfrm>
                <a:off x="6782400" y="1894320"/>
                <a:ext cx="25200" cy="27720"/>
              </a:xfrm>
              <a:custGeom>
                <a:avLst/>
                <a:gdLst>
                  <a:gd name="textAreaLeft" fmla="*/ 0 w 25200"/>
                  <a:gd name="textAreaRight" fmla="*/ 25560 w 25200"/>
                  <a:gd name="textAreaTop" fmla="*/ 0 h 27720"/>
                  <a:gd name="textAreaBottom" fmla="*/ 28080 h 27720"/>
                </a:gdLst>
                <a:ahLst/>
                <a:cxnLst/>
                <a:rect l="textAreaLeft" t="textAreaTop" r="textAreaRight" b="textAreaBottom"/>
                <a:pathLst>
                  <a:path fill="none" w="793" h="875">
                    <a:moveTo>
                      <a:pt x="793" y="754"/>
                    </a:moveTo>
                    <a:cubicBezTo>
                      <a:pt x="793" y="754"/>
                      <a:pt x="1" y="875"/>
                      <a:pt x="621" y="1"/>
                    </a:cubicBezTo>
                  </a:path>
                </a:pathLst>
              </a:custGeom>
              <a:noFill/>
              <a:ln w="4150">
                <a:solidFill>
                  <a:srgbClr val="000000"/>
                </a:solidFill>
                <a:miter/>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82" name="Google Shape;981;p30"/>
              <p:cNvSpPr/>
              <p:nvPr/>
            </p:nvSpPr>
            <p:spPr>
              <a:xfrm>
                <a:off x="6836400" y="1841400"/>
                <a:ext cx="32040" cy="7560"/>
              </a:xfrm>
              <a:custGeom>
                <a:avLst/>
                <a:gdLst>
                  <a:gd name="textAreaLeft" fmla="*/ 0 w 32040"/>
                  <a:gd name="textAreaRight" fmla="*/ 32400 w 32040"/>
                  <a:gd name="textAreaTop" fmla="*/ 0 h 7560"/>
                  <a:gd name="textAreaBottom" fmla="*/ 7920 h 7560"/>
                </a:gdLst>
                <a:ahLst/>
                <a:cxnLst/>
                <a:rect l="textAreaLeft" t="textAreaTop" r="textAreaRight" b="textAreaBottom"/>
                <a:pathLst>
                  <a:path w="1012" h="251">
                    <a:moveTo>
                      <a:pt x="362" y="0"/>
                    </a:moveTo>
                    <a:cubicBezTo>
                      <a:pt x="237" y="0"/>
                      <a:pt x="113" y="24"/>
                      <a:pt x="3" y="75"/>
                    </a:cubicBezTo>
                    <a:lnTo>
                      <a:pt x="0" y="91"/>
                    </a:lnTo>
                    <a:lnTo>
                      <a:pt x="126" y="115"/>
                    </a:lnTo>
                    <a:cubicBezTo>
                      <a:pt x="334" y="152"/>
                      <a:pt x="546" y="187"/>
                      <a:pt x="755" y="217"/>
                    </a:cubicBezTo>
                    <a:cubicBezTo>
                      <a:pt x="819" y="225"/>
                      <a:pt x="945" y="242"/>
                      <a:pt x="1009" y="250"/>
                    </a:cubicBezTo>
                    <a:lnTo>
                      <a:pt x="1011" y="233"/>
                    </a:lnTo>
                    <a:cubicBezTo>
                      <a:pt x="974" y="197"/>
                      <a:pt x="936" y="171"/>
                      <a:pt x="896" y="145"/>
                    </a:cubicBezTo>
                    <a:cubicBezTo>
                      <a:pt x="742" y="54"/>
                      <a:pt x="550" y="0"/>
                      <a:pt x="362" y="0"/>
                    </a:cubicBezTo>
                    <a:close/>
                  </a:path>
                </a:pathLst>
              </a:custGeom>
              <a:solidFill>
                <a:schemeClr val="dk1"/>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3" name="Google Shape;982;p30"/>
              <p:cNvSpPr/>
              <p:nvPr/>
            </p:nvSpPr>
            <p:spPr>
              <a:xfrm>
                <a:off x="6762240" y="1841400"/>
                <a:ext cx="32040" cy="7560"/>
              </a:xfrm>
              <a:custGeom>
                <a:avLst/>
                <a:gdLst>
                  <a:gd name="textAreaLeft" fmla="*/ 0 w 32040"/>
                  <a:gd name="textAreaRight" fmla="*/ 32400 w 32040"/>
                  <a:gd name="textAreaTop" fmla="*/ 0 h 7560"/>
                  <a:gd name="textAreaBottom" fmla="*/ 7920 h 7560"/>
                </a:gdLst>
                <a:ahLst/>
                <a:cxnLst/>
                <a:rect l="textAreaLeft" t="textAreaTop" r="textAreaRight" b="textAreaBottom"/>
                <a:pathLst>
                  <a:path w="1012" h="250">
                    <a:moveTo>
                      <a:pt x="648" y="1"/>
                    </a:moveTo>
                    <a:cubicBezTo>
                      <a:pt x="413" y="1"/>
                      <a:pt x="169" y="77"/>
                      <a:pt x="0" y="233"/>
                    </a:cubicBezTo>
                    <a:lnTo>
                      <a:pt x="3" y="249"/>
                    </a:lnTo>
                    <a:lnTo>
                      <a:pt x="129" y="233"/>
                    </a:lnTo>
                    <a:cubicBezTo>
                      <a:pt x="339" y="206"/>
                      <a:pt x="552" y="172"/>
                      <a:pt x="761" y="136"/>
                    </a:cubicBezTo>
                    <a:cubicBezTo>
                      <a:pt x="823" y="126"/>
                      <a:pt x="949" y="102"/>
                      <a:pt x="1012" y="90"/>
                    </a:cubicBezTo>
                    <a:lnTo>
                      <a:pt x="1009" y="74"/>
                    </a:lnTo>
                    <a:cubicBezTo>
                      <a:pt x="963" y="50"/>
                      <a:pt x="917" y="37"/>
                      <a:pt x="872" y="25"/>
                    </a:cubicBezTo>
                    <a:cubicBezTo>
                      <a:pt x="800" y="9"/>
                      <a:pt x="725" y="1"/>
                      <a:pt x="648" y="1"/>
                    </a:cubicBezTo>
                    <a:close/>
                  </a:path>
                </a:pathLst>
              </a:custGeom>
              <a:solidFill>
                <a:schemeClr val="dk1"/>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4" name="Google Shape;983;p30"/>
              <p:cNvSpPr/>
              <p:nvPr/>
            </p:nvSpPr>
            <p:spPr>
              <a:xfrm>
                <a:off x="6881760" y="2005920"/>
                <a:ext cx="36000" cy="37440"/>
              </a:xfrm>
              <a:custGeom>
                <a:avLst/>
                <a:gdLst>
                  <a:gd name="textAreaLeft" fmla="*/ 0 w 36000"/>
                  <a:gd name="textAreaRight" fmla="*/ 36360 w 36000"/>
                  <a:gd name="textAreaTop" fmla="*/ 0 h 37440"/>
                  <a:gd name="textAreaBottom" fmla="*/ 37800 h 37440"/>
                </a:gdLst>
                <a:ahLst/>
                <a:cxnLst/>
                <a:rect l="textAreaLeft" t="textAreaTop" r="textAreaRight" b="textAreaBottom"/>
                <a:pathLst>
                  <a:path w="1131" h="1183">
                    <a:moveTo>
                      <a:pt x="1131" y="0"/>
                    </a:moveTo>
                    <a:lnTo>
                      <a:pt x="1131" y="0"/>
                    </a:lnTo>
                    <a:cubicBezTo>
                      <a:pt x="375" y="210"/>
                      <a:pt x="0" y="363"/>
                      <a:pt x="0" y="363"/>
                    </a:cubicBezTo>
                    <a:lnTo>
                      <a:pt x="0" y="1183"/>
                    </a:lnTo>
                    <a:cubicBezTo>
                      <a:pt x="723" y="876"/>
                      <a:pt x="1131" y="0"/>
                      <a:pt x="1131" y="0"/>
                    </a:cubicBez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5" name="Google Shape;984;p30"/>
              <p:cNvSpPr/>
              <p:nvPr/>
            </p:nvSpPr>
            <p:spPr>
              <a:xfrm>
                <a:off x="6831720" y="1933920"/>
                <a:ext cx="34200" cy="27000"/>
              </a:xfrm>
              <a:custGeom>
                <a:avLst/>
                <a:gdLst>
                  <a:gd name="textAreaLeft" fmla="*/ 0 w 34200"/>
                  <a:gd name="textAreaRight" fmla="*/ 34560 w 34200"/>
                  <a:gd name="textAreaTop" fmla="*/ 0 h 27000"/>
                  <a:gd name="textAreaBottom" fmla="*/ 27360 h 27000"/>
                </a:gdLst>
                <a:ahLst/>
                <a:cxnLst/>
                <a:rect l="textAreaLeft" t="textAreaTop" r="textAreaRight" b="textAreaBottom"/>
                <a:pathLst>
                  <a:path fill="none" w="1079" h="857">
                    <a:moveTo>
                      <a:pt x="0" y="508"/>
                    </a:moveTo>
                    <a:cubicBezTo>
                      <a:pt x="0" y="508"/>
                      <a:pt x="687" y="856"/>
                      <a:pt x="1078" y="1"/>
                    </a:cubicBezTo>
                  </a:path>
                </a:pathLst>
              </a:custGeom>
              <a:noFill/>
              <a:ln w="4150">
                <a:solidFill>
                  <a:srgbClr val="000000"/>
                </a:solidFill>
                <a:miter/>
              </a:ln>
            </p:spPr>
            <p:style>
              <a:lnRef idx="0"/>
              <a:fillRef idx="0"/>
              <a:effectRef idx="0"/>
              <a:fontRef idx="minor"/>
            </p:style>
            <p:txBody>
              <a:bodyPr tIns="13680" bIns="13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86" name="Google Shape;985;p30"/>
              <p:cNvSpPr/>
              <p:nvPr/>
            </p:nvSpPr>
            <p:spPr>
              <a:xfrm>
                <a:off x="6755760" y="1671480"/>
                <a:ext cx="279360" cy="141120"/>
              </a:xfrm>
              <a:custGeom>
                <a:avLst/>
                <a:gdLst>
                  <a:gd name="textAreaLeft" fmla="*/ 0 w 279360"/>
                  <a:gd name="textAreaRight" fmla="*/ 279720 w 279360"/>
                  <a:gd name="textAreaTop" fmla="*/ 0 h 141120"/>
                  <a:gd name="textAreaBottom" fmla="*/ 141480 h 141120"/>
                </a:gdLst>
                <a:ahLst/>
                <a:cxnLst/>
                <a:rect l="textAreaLeft" t="textAreaTop" r="textAreaRight" b="textAreaBottom"/>
                <a:pathLst>
                  <a:path w="8721" h="4408">
                    <a:moveTo>
                      <a:pt x="3360" y="1"/>
                    </a:moveTo>
                    <a:cubicBezTo>
                      <a:pt x="2525" y="1"/>
                      <a:pt x="1727" y="182"/>
                      <a:pt x="1065" y="610"/>
                    </a:cubicBezTo>
                    <a:cubicBezTo>
                      <a:pt x="74" y="1250"/>
                      <a:pt x="1" y="2177"/>
                      <a:pt x="418" y="3196"/>
                    </a:cubicBezTo>
                    <a:lnTo>
                      <a:pt x="5716" y="3381"/>
                    </a:lnTo>
                    <a:cubicBezTo>
                      <a:pt x="5716" y="3381"/>
                      <a:pt x="8619" y="4406"/>
                      <a:pt x="8627" y="4408"/>
                    </a:cubicBezTo>
                    <a:cubicBezTo>
                      <a:pt x="8627" y="4408"/>
                      <a:pt x="8628" y="4408"/>
                      <a:pt x="8628" y="4408"/>
                    </a:cubicBezTo>
                    <a:cubicBezTo>
                      <a:pt x="8663" y="4408"/>
                      <a:pt x="8720" y="3188"/>
                      <a:pt x="8710" y="3080"/>
                    </a:cubicBezTo>
                    <a:cubicBezTo>
                      <a:pt x="8635" y="2365"/>
                      <a:pt x="8165" y="1730"/>
                      <a:pt x="7579" y="1338"/>
                    </a:cubicBezTo>
                    <a:cubicBezTo>
                      <a:pt x="6425" y="567"/>
                      <a:pt x="4835" y="1"/>
                      <a:pt x="3360" y="1"/>
                    </a:cubicBezTo>
                    <a:close/>
                  </a:path>
                </a:pathLst>
              </a:custGeom>
              <a:solidFill>
                <a:schemeClr val="lt2"/>
              </a:solidFill>
              <a:ln w="0">
                <a:noFill/>
              </a:ln>
            </p:spPr>
            <p:style>
              <a:lnRef idx="0"/>
              <a:fillRef idx="0"/>
              <a:effectRef idx="0"/>
              <a:fontRef idx="minor"/>
            </p:style>
            <p:txBody>
              <a:bodyPr tIns="70560" bIns="70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7" name="Google Shape;986;p30"/>
              <p:cNvSpPr/>
              <p:nvPr/>
            </p:nvSpPr>
            <p:spPr>
              <a:xfrm>
                <a:off x="6789240" y="1740960"/>
                <a:ext cx="189720" cy="135360"/>
              </a:xfrm>
              <a:custGeom>
                <a:avLst/>
                <a:gdLst>
                  <a:gd name="textAreaLeft" fmla="*/ 0 w 189720"/>
                  <a:gd name="textAreaRight" fmla="*/ 190080 w 189720"/>
                  <a:gd name="textAreaTop" fmla="*/ 0 h 135360"/>
                  <a:gd name="textAreaBottom" fmla="*/ 135720 h 135360"/>
                </a:gdLst>
                <a:ahLst/>
                <a:cxnLst/>
                <a:rect l="textAreaLeft" t="textAreaTop" r="textAreaRight" b="textAreaBottom"/>
                <a:pathLst>
                  <a:path w="5928" h="4232">
                    <a:moveTo>
                      <a:pt x="579" y="1"/>
                    </a:moveTo>
                    <a:lnTo>
                      <a:pt x="579" y="1"/>
                    </a:lnTo>
                    <a:cubicBezTo>
                      <a:pt x="1" y="2481"/>
                      <a:pt x="5555" y="4232"/>
                      <a:pt x="5555" y="4232"/>
                    </a:cubicBezTo>
                    <a:lnTo>
                      <a:pt x="5927" y="511"/>
                    </a:lnTo>
                    <a:lnTo>
                      <a:pt x="579" y="1"/>
                    </a:lnTo>
                    <a:close/>
                  </a:path>
                </a:pathLst>
              </a:custGeom>
              <a:solidFill>
                <a:schemeClr val="lt2"/>
              </a:solidFill>
              <a:ln w="0">
                <a:noFill/>
              </a:ln>
            </p:spPr>
            <p:style>
              <a:lnRef idx="0"/>
              <a:fillRef idx="0"/>
              <a:effectRef idx="0"/>
              <a:fontRef idx="minor"/>
            </p:style>
            <p:txBody>
              <a:bodyPr tIns="67680" bIns="67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8" name="Google Shape;987;p30"/>
              <p:cNvSpPr/>
              <p:nvPr/>
            </p:nvSpPr>
            <p:spPr>
              <a:xfrm>
                <a:off x="6760440" y="1733760"/>
                <a:ext cx="57240" cy="77760"/>
              </a:xfrm>
              <a:custGeom>
                <a:avLst/>
                <a:gdLst>
                  <a:gd name="textAreaLeft" fmla="*/ 0 w 57240"/>
                  <a:gd name="textAreaRight" fmla="*/ 57600 w 57240"/>
                  <a:gd name="textAreaTop" fmla="*/ 0 h 77760"/>
                  <a:gd name="textAreaBottom" fmla="*/ 78120 h 77760"/>
                </a:gdLst>
                <a:ahLst/>
                <a:cxnLst/>
                <a:rect l="textAreaLeft" t="textAreaTop" r="textAreaRight" b="textAreaBottom"/>
                <a:pathLst>
                  <a:path w="1797" h="2433">
                    <a:moveTo>
                      <a:pt x="39" y="1"/>
                    </a:moveTo>
                    <a:lnTo>
                      <a:pt x="0" y="1207"/>
                    </a:lnTo>
                    <a:lnTo>
                      <a:pt x="0" y="2432"/>
                    </a:lnTo>
                    <a:cubicBezTo>
                      <a:pt x="1148" y="2112"/>
                      <a:pt x="1797" y="841"/>
                      <a:pt x="1797" y="841"/>
                    </a:cubicBezTo>
                    <a:lnTo>
                      <a:pt x="39" y="1"/>
                    </a:lnTo>
                    <a:close/>
                  </a:path>
                </a:pathLst>
              </a:custGeom>
              <a:solidFill>
                <a:schemeClr val="lt2"/>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9" name="Google Shape;988;p30"/>
              <p:cNvSpPr/>
              <p:nvPr/>
            </p:nvSpPr>
            <p:spPr>
              <a:xfrm>
                <a:off x="6309720" y="2323440"/>
                <a:ext cx="941040" cy="636480"/>
              </a:xfrm>
              <a:custGeom>
                <a:avLst/>
                <a:gdLst>
                  <a:gd name="textAreaLeft" fmla="*/ 0 w 941040"/>
                  <a:gd name="textAreaRight" fmla="*/ 941400 w 941040"/>
                  <a:gd name="textAreaTop" fmla="*/ 0 h 636480"/>
                  <a:gd name="textAreaBottom" fmla="*/ 636840 h 636480"/>
                </a:gdLst>
                <a:ahLst/>
                <a:cxnLst/>
                <a:rect l="textAreaLeft" t="textAreaTop" r="textAreaRight" b="textAreaBottom"/>
                <a:pathLst>
                  <a:path w="29354" h="19858">
                    <a:moveTo>
                      <a:pt x="29316" y="0"/>
                    </a:moveTo>
                    <a:cubicBezTo>
                      <a:pt x="29035" y="0"/>
                      <a:pt x="23425" y="2344"/>
                      <a:pt x="23425" y="2344"/>
                    </a:cubicBezTo>
                    <a:lnTo>
                      <a:pt x="23277" y="11914"/>
                    </a:lnTo>
                    <a:cubicBezTo>
                      <a:pt x="23233" y="12122"/>
                      <a:pt x="23083" y="12292"/>
                      <a:pt x="22881" y="12360"/>
                    </a:cubicBezTo>
                    <a:cubicBezTo>
                      <a:pt x="22877" y="12361"/>
                      <a:pt x="22873" y="12361"/>
                      <a:pt x="22869" y="12363"/>
                    </a:cubicBezTo>
                    <a:cubicBezTo>
                      <a:pt x="20289" y="13300"/>
                      <a:pt x="17768" y="14211"/>
                      <a:pt x="15052" y="14704"/>
                    </a:cubicBezTo>
                    <a:cubicBezTo>
                      <a:pt x="12410" y="15182"/>
                      <a:pt x="9925" y="15404"/>
                      <a:pt x="7087" y="15869"/>
                    </a:cubicBezTo>
                    <a:cubicBezTo>
                      <a:pt x="6299" y="15997"/>
                      <a:pt x="5051" y="16099"/>
                      <a:pt x="4282" y="16319"/>
                    </a:cubicBezTo>
                    <a:cubicBezTo>
                      <a:pt x="4022" y="16393"/>
                      <a:pt x="3769" y="16483"/>
                      <a:pt x="3525" y="16586"/>
                    </a:cubicBezTo>
                    <a:lnTo>
                      <a:pt x="3525" y="16587"/>
                    </a:lnTo>
                    <a:cubicBezTo>
                      <a:pt x="2778" y="16902"/>
                      <a:pt x="2098" y="17343"/>
                      <a:pt x="1450" y="17849"/>
                    </a:cubicBezTo>
                    <a:cubicBezTo>
                      <a:pt x="1086" y="18135"/>
                      <a:pt x="725" y="18437"/>
                      <a:pt x="421" y="18787"/>
                    </a:cubicBezTo>
                    <a:cubicBezTo>
                      <a:pt x="290" y="18939"/>
                      <a:pt x="1" y="19250"/>
                      <a:pt x="107" y="19477"/>
                    </a:cubicBezTo>
                    <a:cubicBezTo>
                      <a:pt x="202" y="19680"/>
                      <a:pt x="364" y="19739"/>
                      <a:pt x="520" y="19739"/>
                    </a:cubicBezTo>
                    <a:cubicBezTo>
                      <a:pt x="738" y="19739"/>
                      <a:pt x="945" y="19623"/>
                      <a:pt x="945" y="19623"/>
                    </a:cubicBezTo>
                    <a:cubicBezTo>
                      <a:pt x="1017" y="19801"/>
                      <a:pt x="1150" y="19858"/>
                      <a:pt x="1293" y="19858"/>
                    </a:cubicBezTo>
                    <a:cubicBezTo>
                      <a:pt x="1551" y="19858"/>
                      <a:pt x="1840" y="19668"/>
                      <a:pt x="1840" y="19668"/>
                    </a:cubicBezTo>
                    <a:cubicBezTo>
                      <a:pt x="1840" y="19668"/>
                      <a:pt x="1994" y="19843"/>
                      <a:pt x="2173" y="19843"/>
                    </a:cubicBezTo>
                    <a:cubicBezTo>
                      <a:pt x="2216" y="19843"/>
                      <a:pt x="2260" y="19833"/>
                      <a:pt x="2303" y="19808"/>
                    </a:cubicBezTo>
                    <a:cubicBezTo>
                      <a:pt x="2819" y="19520"/>
                      <a:pt x="3316" y="19276"/>
                      <a:pt x="3813" y="19166"/>
                    </a:cubicBezTo>
                    <a:cubicBezTo>
                      <a:pt x="3946" y="19137"/>
                      <a:pt x="4069" y="19124"/>
                      <a:pt x="4184" y="19124"/>
                    </a:cubicBezTo>
                    <a:cubicBezTo>
                      <a:pt x="4605" y="19124"/>
                      <a:pt x="4934" y="19297"/>
                      <a:pt x="5370" y="19482"/>
                    </a:cubicBezTo>
                    <a:cubicBezTo>
                      <a:pt x="5704" y="19623"/>
                      <a:pt x="6064" y="19682"/>
                      <a:pt x="6426" y="19682"/>
                    </a:cubicBezTo>
                    <a:cubicBezTo>
                      <a:pt x="6666" y="19682"/>
                      <a:pt x="6907" y="19656"/>
                      <a:pt x="7143" y="19611"/>
                    </a:cubicBezTo>
                    <a:cubicBezTo>
                      <a:pt x="7504" y="19542"/>
                      <a:pt x="7858" y="19429"/>
                      <a:pt x="8203" y="19302"/>
                    </a:cubicBezTo>
                    <a:cubicBezTo>
                      <a:pt x="8491" y="19194"/>
                      <a:pt x="8755" y="19039"/>
                      <a:pt x="9057" y="19039"/>
                    </a:cubicBezTo>
                    <a:cubicBezTo>
                      <a:pt x="9083" y="19039"/>
                      <a:pt x="9110" y="19040"/>
                      <a:pt x="9136" y="19043"/>
                    </a:cubicBezTo>
                    <a:cubicBezTo>
                      <a:pt x="10678" y="19179"/>
                      <a:pt x="12202" y="19456"/>
                      <a:pt x="13748" y="19558"/>
                    </a:cubicBezTo>
                    <a:cubicBezTo>
                      <a:pt x="14377" y="19600"/>
                      <a:pt x="15007" y="19623"/>
                      <a:pt x="15637" y="19623"/>
                    </a:cubicBezTo>
                    <a:cubicBezTo>
                      <a:pt x="16555" y="19623"/>
                      <a:pt x="17473" y="19575"/>
                      <a:pt x="18386" y="19469"/>
                    </a:cubicBezTo>
                    <a:cubicBezTo>
                      <a:pt x="20262" y="19254"/>
                      <a:pt x="22136" y="18995"/>
                      <a:pt x="23988" y="18627"/>
                    </a:cubicBezTo>
                    <a:cubicBezTo>
                      <a:pt x="25289" y="18369"/>
                      <a:pt x="26181" y="18090"/>
                      <a:pt x="27350" y="17435"/>
                    </a:cubicBezTo>
                    <a:cubicBezTo>
                      <a:pt x="28663" y="16700"/>
                      <a:pt x="29137" y="15675"/>
                      <a:pt x="29236" y="14228"/>
                    </a:cubicBezTo>
                    <a:cubicBezTo>
                      <a:pt x="29275" y="13654"/>
                      <a:pt x="29305" y="13080"/>
                      <a:pt x="29323" y="12505"/>
                    </a:cubicBezTo>
                    <a:cubicBezTo>
                      <a:pt x="29352" y="11592"/>
                      <a:pt x="29354" y="919"/>
                      <a:pt x="29327" y="5"/>
                    </a:cubicBezTo>
                    <a:cubicBezTo>
                      <a:pt x="29327" y="2"/>
                      <a:pt x="29323" y="0"/>
                      <a:pt x="29316" y="0"/>
                    </a:cubicBezTo>
                    <a:close/>
                  </a:path>
                </a:pathLst>
              </a:custGeom>
              <a:solidFill>
                <a:schemeClr val="lt1"/>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90" name="Google Shape;989;p30"/>
              <p:cNvSpPr/>
              <p:nvPr/>
            </p:nvSpPr>
            <p:spPr>
              <a:xfrm>
                <a:off x="6364440" y="2902680"/>
                <a:ext cx="69480" cy="51480"/>
              </a:xfrm>
              <a:custGeom>
                <a:avLst/>
                <a:gdLst>
                  <a:gd name="textAreaLeft" fmla="*/ 0 w 69480"/>
                  <a:gd name="textAreaRight" fmla="*/ 69840 w 69480"/>
                  <a:gd name="textAreaTop" fmla="*/ 0 h 51480"/>
                  <a:gd name="textAreaBottom" fmla="*/ 51840 h 51480"/>
                </a:gdLst>
                <a:ahLst/>
                <a:cxnLst/>
                <a:rect l="textAreaLeft" t="textAreaTop" r="textAreaRight" b="textAreaBottom"/>
                <a:pathLst>
                  <a:path w="2177" h="1612">
                    <a:moveTo>
                      <a:pt x="2177" y="1"/>
                    </a:moveTo>
                    <a:lnTo>
                      <a:pt x="2177" y="1"/>
                    </a:lnTo>
                    <a:cubicBezTo>
                      <a:pt x="1434" y="284"/>
                      <a:pt x="613" y="570"/>
                      <a:pt x="106" y="1219"/>
                    </a:cubicBezTo>
                    <a:cubicBezTo>
                      <a:pt x="0" y="1356"/>
                      <a:pt x="45" y="1475"/>
                      <a:pt x="130" y="1611"/>
                    </a:cubicBezTo>
                    <a:lnTo>
                      <a:pt x="2177" y="1"/>
                    </a:lnTo>
                    <a:close/>
                  </a:path>
                </a:pathLst>
              </a:custGeom>
              <a:solidFill>
                <a:srgbClr val="ffffff"/>
              </a:solidFill>
              <a:ln w="0">
                <a:noFill/>
              </a:ln>
            </p:spPr>
            <p:style>
              <a:lnRef idx="0"/>
              <a:fillRef idx="0"/>
              <a:effectRef idx="0"/>
              <a:fontRef idx="minor"/>
            </p:style>
            <p:txBody>
              <a:bodyPr tIns="25920" bIns="25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91" name="Google Shape;990;p30"/>
              <p:cNvSpPr/>
              <p:nvPr/>
            </p:nvSpPr>
            <p:spPr>
              <a:xfrm>
                <a:off x="6364440" y="2902680"/>
                <a:ext cx="69480" cy="51480"/>
              </a:xfrm>
              <a:custGeom>
                <a:avLst/>
                <a:gdLst>
                  <a:gd name="textAreaLeft" fmla="*/ 0 w 69480"/>
                  <a:gd name="textAreaRight" fmla="*/ 69840 w 69480"/>
                  <a:gd name="textAreaTop" fmla="*/ 0 h 51480"/>
                  <a:gd name="textAreaBottom" fmla="*/ 51840 h 51480"/>
                </a:gdLst>
                <a:ahLst/>
                <a:cxnLst/>
                <a:rect l="textAreaLeft" t="textAreaTop" r="textAreaRight" b="textAreaBottom"/>
                <a:pathLst>
                  <a:path fill="none" w="2177" h="1612">
                    <a:moveTo>
                      <a:pt x="2177" y="1"/>
                    </a:moveTo>
                    <a:cubicBezTo>
                      <a:pt x="1434" y="284"/>
                      <a:pt x="613" y="570"/>
                      <a:pt x="106" y="1219"/>
                    </a:cubicBezTo>
                    <a:cubicBezTo>
                      <a:pt x="0" y="1356"/>
                      <a:pt x="45" y="1475"/>
                      <a:pt x="130" y="1611"/>
                    </a:cubicBezTo>
                  </a:path>
                </a:pathLst>
              </a:custGeom>
              <a:noFill/>
              <a:ln w="4150">
                <a:solidFill>
                  <a:srgbClr val="000000"/>
                </a:solidFill>
                <a:miter/>
              </a:ln>
            </p:spPr>
            <p:style>
              <a:lnRef idx="0"/>
              <a:fillRef idx="0"/>
              <a:effectRef idx="0"/>
              <a:fontRef idx="minor"/>
            </p:style>
            <p:txBody>
              <a:bodyPr tIns="25920" bIns="25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92" name="Google Shape;991;p30"/>
              <p:cNvSpPr/>
              <p:nvPr/>
            </p:nvSpPr>
            <p:spPr>
              <a:xfrm>
                <a:off x="6336720" y="2883960"/>
                <a:ext cx="77040" cy="68760"/>
              </a:xfrm>
              <a:custGeom>
                <a:avLst/>
                <a:gdLst>
                  <a:gd name="textAreaLeft" fmla="*/ 0 w 77040"/>
                  <a:gd name="textAreaRight" fmla="*/ 77400 w 77040"/>
                  <a:gd name="textAreaTop" fmla="*/ 0 h 68760"/>
                  <a:gd name="textAreaBottom" fmla="*/ 69120 h 68760"/>
                </a:gdLst>
                <a:ahLst/>
                <a:cxnLst/>
                <a:rect l="textAreaLeft" t="textAreaTop" r="textAreaRight" b="textAreaBottom"/>
                <a:pathLst>
                  <a:path w="2412" h="2150">
                    <a:moveTo>
                      <a:pt x="2411" y="1"/>
                    </a:moveTo>
                    <a:cubicBezTo>
                      <a:pt x="2411" y="1"/>
                      <a:pt x="987" y="584"/>
                      <a:pt x="212" y="1573"/>
                    </a:cubicBezTo>
                    <a:cubicBezTo>
                      <a:pt x="1" y="1841"/>
                      <a:pt x="104" y="2149"/>
                      <a:pt x="104" y="2149"/>
                    </a:cubicBezTo>
                    <a:lnTo>
                      <a:pt x="2411" y="1"/>
                    </a:lnTo>
                    <a:close/>
                  </a:path>
                </a:pathLst>
              </a:custGeom>
              <a:solidFill>
                <a:srgbClr val="ffffff"/>
              </a:solidFill>
              <a:ln w="0">
                <a:noFill/>
              </a:ln>
            </p:spPr>
            <p:style>
              <a:lnRef idx="0"/>
              <a:fillRef idx="0"/>
              <a:effectRef idx="0"/>
              <a:fontRef idx="minor"/>
            </p:style>
            <p:txBody>
              <a:bodyPr tIns="34560" bIns="34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93" name="Google Shape;992;p30"/>
              <p:cNvSpPr/>
              <p:nvPr/>
            </p:nvSpPr>
            <p:spPr>
              <a:xfrm>
                <a:off x="6336720" y="2883960"/>
                <a:ext cx="77040" cy="68760"/>
              </a:xfrm>
              <a:custGeom>
                <a:avLst/>
                <a:gdLst>
                  <a:gd name="textAreaLeft" fmla="*/ 0 w 77040"/>
                  <a:gd name="textAreaRight" fmla="*/ 77400 w 77040"/>
                  <a:gd name="textAreaTop" fmla="*/ 0 h 68760"/>
                  <a:gd name="textAreaBottom" fmla="*/ 69120 h 68760"/>
                </a:gdLst>
                <a:ahLst/>
                <a:cxnLst/>
                <a:rect l="textAreaLeft" t="textAreaTop" r="textAreaRight" b="textAreaBottom"/>
                <a:pathLst>
                  <a:path fill="none" w="2412" h="2150">
                    <a:moveTo>
                      <a:pt x="104" y="2149"/>
                    </a:moveTo>
                    <a:cubicBezTo>
                      <a:pt x="104" y="2149"/>
                      <a:pt x="1" y="1841"/>
                      <a:pt x="212" y="1573"/>
                    </a:cubicBezTo>
                    <a:cubicBezTo>
                      <a:pt x="987" y="584"/>
                      <a:pt x="2411" y="1"/>
                      <a:pt x="2411" y="1"/>
                    </a:cubicBezTo>
                  </a:path>
                </a:pathLst>
              </a:custGeom>
              <a:noFill/>
              <a:ln w="4150">
                <a:solidFill>
                  <a:srgbClr val="000000"/>
                </a:solidFill>
                <a:miter/>
              </a:ln>
            </p:spPr>
            <p:style>
              <a:lnRef idx="0"/>
              <a:fillRef idx="0"/>
              <a:effectRef idx="0"/>
              <a:fontRef idx="minor"/>
            </p:style>
            <p:txBody>
              <a:bodyPr tIns="34560" bIns="34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94" name="Google Shape;993;p30"/>
              <p:cNvSpPr/>
              <p:nvPr/>
            </p:nvSpPr>
            <p:spPr>
              <a:xfrm>
                <a:off x="7057080" y="2705760"/>
                <a:ext cx="89280" cy="18000"/>
              </a:xfrm>
              <a:custGeom>
                <a:avLst/>
                <a:gdLst>
                  <a:gd name="textAreaLeft" fmla="*/ 0 w 89280"/>
                  <a:gd name="textAreaRight" fmla="*/ 89640 w 89280"/>
                  <a:gd name="textAreaTop" fmla="*/ 0 h 18000"/>
                  <a:gd name="textAreaBottom" fmla="*/ 18360 h 18000"/>
                </a:gdLst>
                <a:ahLst/>
                <a:cxnLst/>
                <a:rect l="textAreaLeft" t="textAreaTop" r="textAreaRight" b="textAreaBottom"/>
                <a:pathLst>
                  <a:path fill="none" w="2791" h="574">
                    <a:moveTo>
                      <a:pt x="0" y="1"/>
                    </a:moveTo>
                    <a:cubicBezTo>
                      <a:pt x="0" y="1"/>
                      <a:pt x="1926" y="29"/>
                      <a:pt x="2791" y="574"/>
                    </a:cubicBezTo>
                  </a:path>
                </a:pathLst>
              </a:custGeom>
              <a:noFill/>
              <a:ln w="4150">
                <a:solidFill>
                  <a:srgbClr val="000000"/>
                </a:solidFill>
                <a:miter/>
              </a:ln>
            </p:spPr>
            <p:style>
              <a:lnRef idx="0"/>
              <a:fillRef idx="0"/>
              <a:effectRef idx="0"/>
              <a:fontRef idx="minor"/>
            </p:style>
            <p:txBody>
              <a:bodyPr tIns="9000" bIns="9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295" name=""/>
          <p:cNvSpPr/>
          <p:nvPr/>
        </p:nvSpPr>
        <p:spPr>
          <a:xfrm>
            <a:off x="1085760" y="1781280"/>
            <a:ext cx="4790880" cy="1580760"/>
          </a:xfrm>
          <a:prstGeom prst="rect">
            <a:avLst/>
          </a:prstGeom>
          <a:noFill/>
          <a:ln w="0">
            <a:noFill/>
          </a:ln>
        </p:spPr>
        <p:style>
          <a:lnRef idx="0"/>
          <a:fillRef idx="0"/>
          <a:effectRef idx="0"/>
          <a:fontRef idx="minor"/>
        </p:style>
        <p:txBody>
          <a:bodyPr anchor="t">
            <a:normAutofit lnSpcReduction="9999"/>
          </a:bodyPr>
          <a:p>
            <a:pPr defTabSz="914400">
              <a:lnSpc>
                <a:spcPct val="100000"/>
              </a:lnSpc>
              <a:tabLst>
                <a:tab algn="l" pos="0"/>
              </a:tabLst>
            </a:pPr>
            <a:r>
              <a:rPr b="1" lang="en-US" sz="5200" strike="noStrike" u="none">
                <a:solidFill>
                  <a:srgbClr val="000000"/>
                </a:solidFill>
                <a:effectLst/>
                <a:uFillTx/>
                <a:latin typeface="Manrope ExtraBold"/>
              </a:rPr>
              <a:t>Full Stack Web Developer</a:t>
            </a:r>
            <a:endParaRPr b="0" lang="en-US" sz="5200" strike="noStrike" u="none">
              <a:solidFill>
                <a:srgbClr val="000000"/>
              </a:solidFill>
              <a:effectLst/>
              <a:uFillTx/>
              <a:latin typeface="OpenSymbol"/>
            </a:endParaRPr>
          </a:p>
        </p:txBody>
      </p:sp>
      <p:sp>
        <p:nvSpPr>
          <p:cNvPr id="296" name=""/>
          <p:cNvSpPr/>
          <p:nvPr/>
        </p:nvSpPr>
        <p:spPr>
          <a:xfrm>
            <a:off x="1085760" y="1066680"/>
            <a:ext cx="4790880" cy="39960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300" strike="noStrike" u="none">
                <a:solidFill>
                  <a:srgbClr val="000000"/>
                </a:solidFill>
                <a:effectLst/>
                <a:uFillTx/>
                <a:latin typeface="Raleway"/>
              </a:rPr>
              <a:t>Case — Manajemen Layanan (SimpleBookingMUA)</a:t>
            </a:r>
            <a:endParaRPr b="0" lang="en-US" sz="13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000000"/>
                </a:solidFill>
                <a:effectLst/>
                <a:uFillTx/>
                <a:latin typeface="Manrope ExtraBold"/>
              </a:rPr>
              <a:t>Info Pembicara</a:t>
            </a:r>
            <a:endParaRPr b="0" lang="en-US" sz="2400" strike="noStrike" u="none">
              <a:solidFill>
                <a:srgbClr val="000000"/>
              </a:solidFill>
              <a:effectLst/>
              <a:uFillTx/>
              <a:latin typeface="OpenSymbol"/>
            </a:endParaRPr>
          </a:p>
        </p:txBody>
      </p:sp>
      <p:sp>
        <p:nvSpPr>
          <p:cNvPr id="298" name=""/>
          <p:cNvSpPr/>
          <p:nvPr/>
        </p:nvSpPr>
        <p:spPr>
          <a:xfrm>
            <a:off x="476280" y="1238400"/>
            <a:ext cx="8191080" cy="2437920"/>
          </a:xfrm>
          <a:prstGeom prst="rect">
            <a:avLst/>
          </a:prstGeom>
          <a:noFill/>
          <a:ln w="0">
            <a:noFill/>
          </a:ln>
        </p:spPr>
        <p:style>
          <a:lnRef idx="0"/>
          <a:fillRef idx="0"/>
          <a:effectRef idx="0"/>
          <a:fontRef idx="minor"/>
        </p:style>
        <p:txBody>
          <a:bodyPr anchor="t">
            <a:normAutofit lnSpcReduction="9999"/>
          </a:bodyPr>
          <a:p>
            <a:pPr defTabSz="914400">
              <a:lnSpc>
                <a:spcPct val="150000"/>
              </a:lnSpc>
              <a:tabLst>
                <a:tab algn="l" pos="0"/>
              </a:tabLst>
            </a:pPr>
            <a:r>
              <a:rPr b="0" lang="en-US" sz="1600" strike="noStrike" u="none">
                <a:solidFill>
                  <a:srgbClr val="000000"/>
                </a:solidFill>
                <a:effectLst/>
                <a:uFillTx/>
                <a:latin typeface="Raleway"/>
              </a:rPr>
              <a:t>Saya Julio Rohmatulloh Hardiansyah, </a:t>
            </a:r>
            <a:r>
              <a:rPr b="1" lang="en-US" sz="1600" strike="noStrike" u="none">
                <a:solidFill>
                  <a:srgbClr val="000000"/>
                </a:solidFill>
                <a:effectLst/>
                <a:uFillTx/>
                <a:latin typeface="Raleway"/>
              </a:rPr>
              <a:t>full-stack web developer</a:t>
            </a:r>
            <a:r>
              <a:rPr b="0" lang="en-US" sz="1600" strike="noStrike" u="none">
                <a:solidFill>
                  <a:srgbClr val="000000"/>
                </a:solidFill>
                <a:effectLst/>
                <a:uFillTx/>
                <a:latin typeface="Raleway"/>
              </a:rPr>
              <a:t> dengan fokus pada pengembangan web yang terstruktur. Pendekatan kerja menekankan kode yang berjalan, terdokumentasi, dan teruji untuk keandalan jangka panjang.</a:t>
            </a:r>
            <a:endParaRPr b="0" lang="en-US" sz="1600" strike="noStrike" u="none">
              <a:solidFill>
                <a:srgbClr val="000000"/>
              </a:solidFill>
              <a:effectLst/>
              <a:uFillTx/>
              <a:latin typeface="OpenSymbol"/>
            </a:endParaRPr>
          </a:p>
          <a:p>
            <a:pPr defTabSz="914400">
              <a:lnSpc>
                <a:spcPct val="150000"/>
              </a:lnSpc>
              <a:tabLst>
                <a:tab algn="l" pos="0"/>
              </a:tabLst>
            </a:pPr>
            <a:endParaRPr b="0" lang="en-US" sz="1600" strike="noStrike" u="none">
              <a:solidFill>
                <a:srgbClr val="000000"/>
              </a:solidFill>
              <a:effectLst/>
              <a:uFillTx/>
              <a:latin typeface="OpenSymbol"/>
            </a:endParaRPr>
          </a:p>
          <a:p>
            <a:pPr defTabSz="914400">
              <a:lnSpc>
                <a:spcPct val="150000"/>
              </a:lnSpc>
              <a:tabLst>
                <a:tab algn="l" pos="0"/>
              </a:tabLst>
            </a:pPr>
            <a:r>
              <a:rPr b="0" lang="en-US" sz="1600" strike="noStrike" u="none">
                <a:solidFill>
                  <a:srgbClr val="000000"/>
                </a:solidFill>
                <a:effectLst/>
                <a:uFillTx/>
                <a:latin typeface="Raleway"/>
              </a:rPr>
              <a:t>Berawal dari ketertarikan pada pemrograman hingga pengalaman sebagai freelancer pengembang web. Tujuan karir mencakup merancang dan mengimplementasikan sistem web </a:t>
            </a:r>
            <a:r>
              <a:rPr b="1" lang="en-US" sz="1600" strike="noStrike" u="none">
                <a:solidFill>
                  <a:srgbClr val="000000"/>
                </a:solidFill>
                <a:effectLst/>
                <a:uFillTx/>
                <a:latin typeface="Raleway"/>
              </a:rPr>
              <a:t>tingkat enterprise</a:t>
            </a:r>
            <a:r>
              <a:rPr b="0" lang="en-US" sz="1600" strike="noStrike" u="none">
                <a:solidFill>
                  <a:srgbClr val="000000"/>
                </a:solidFill>
                <a:effectLst/>
                <a:uFillTx/>
                <a:latin typeface="Raleway"/>
              </a:rPr>
              <a:t> — dari desain basis data dan business logic hingga deployment dan integrasi.</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9" name="Google Shape;1197;p35" descr=""/>
          <p:cNvPicPr/>
          <p:nvPr/>
        </p:nvPicPr>
        <p:blipFill>
          <a:blip r:embed="rId1"/>
          <a:stretch/>
        </p:blipFill>
        <p:spPr>
          <a:xfrm>
            <a:off x="723960" y="600120"/>
            <a:ext cx="2742840" cy="3943080"/>
          </a:xfrm>
          <a:prstGeom prst="rect">
            <a:avLst/>
          </a:prstGeom>
          <a:noFill/>
          <a:ln w="0">
            <a:noFill/>
          </a:ln>
        </p:spPr>
      </p:pic>
      <p:sp>
        <p:nvSpPr>
          <p:cNvPr id="300" name=""/>
          <p:cNvSpPr/>
          <p:nvPr/>
        </p:nvSpPr>
        <p:spPr>
          <a:xfrm>
            <a:off x="3619440" y="600120"/>
            <a:ext cx="4809600" cy="352080"/>
          </a:xfrm>
          <a:prstGeom prst="rect">
            <a:avLst/>
          </a:prstGeom>
          <a:noFill/>
          <a:ln w="0">
            <a:noFill/>
          </a:ln>
        </p:spPr>
        <p:style>
          <a:lnRef idx="0"/>
          <a:fillRef idx="0"/>
          <a:effectRef idx="0"/>
          <a:fontRef idx="minor"/>
        </p:style>
        <p:txBody>
          <a:bodyPr anchor="b">
            <a:normAutofit fontScale="70000" lnSpcReduction="19999"/>
          </a:bodyPr>
          <a:p>
            <a:pPr defTabSz="914400">
              <a:lnSpc>
                <a:spcPct val="100000"/>
              </a:lnSpc>
              <a:tabLst>
                <a:tab algn="l" pos="0"/>
              </a:tabLst>
            </a:pPr>
            <a:r>
              <a:rPr b="1" lang="en-US" sz="2800" strike="noStrike" u="none">
                <a:solidFill>
                  <a:srgbClr val="000000"/>
                </a:solidFill>
                <a:effectLst/>
                <a:uFillTx/>
                <a:latin typeface="Manrope ExtraBold"/>
              </a:rPr>
              <a:t>Backend API Laravel</a:t>
            </a:r>
            <a:endParaRPr b="0" lang="en-US" sz="2800" strike="noStrike" u="none">
              <a:solidFill>
                <a:srgbClr val="000000"/>
              </a:solidFill>
              <a:effectLst/>
              <a:uFillTx/>
              <a:latin typeface="OpenSymbol"/>
            </a:endParaRPr>
          </a:p>
        </p:txBody>
      </p:sp>
      <p:sp>
        <p:nvSpPr>
          <p:cNvPr id="301" name=""/>
          <p:cNvSpPr/>
          <p:nvPr/>
        </p:nvSpPr>
        <p:spPr>
          <a:xfrm>
            <a:off x="3619440" y="1504800"/>
            <a:ext cx="4809600" cy="10663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400" strike="noStrike" u="none">
                <a:solidFill>
                  <a:srgbClr val="000000"/>
                </a:solidFill>
                <a:effectLst/>
                <a:uFillTx/>
                <a:latin typeface="Raleway"/>
              </a:rPr>
              <a:t>Laravel REST API: OpenAPI otomatis, RBAC (4 peran), penjadwalan dengan row lock, integrasi Midtrans dan webhook, audit trail otomatis, test suite Pest. Frontend React pending.</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000000"/>
                </a:solidFill>
                <a:effectLst/>
                <a:uFillTx/>
                <a:latin typeface="Manrope ExtraBold"/>
              </a:rPr>
              <a:t>Sistem Terpusat Andal</a:t>
            </a:r>
            <a:endParaRPr b="0" lang="en-US" sz="2400" strike="noStrike" u="none">
              <a:solidFill>
                <a:srgbClr val="000000"/>
              </a:solidFill>
              <a:effectLst/>
              <a:uFillTx/>
              <a:latin typeface="OpenSymbol"/>
            </a:endParaRPr>
          </a:p>
        </p:txBody>
      </p:sp>
      <p:sp>
        <p:nvSpPr>
          <p:cNvPr id="303" name=""/>
          <p:cNvSpPr/>
          <p:nvPr/>
        </p:nvSpPr>
        <p:spPr>
          <a:xfrm>
            <a:off x="476280" y="1333440"/>
            <a:ext cx="3904920" cy="2523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Raleway"/>
              </a:rPr>
              <a:t>Banyak Make Up Artist yang mengandalkan memori dan komunikasi informal melalui WhatsApp atau direct message untuk penjadwalan dan konfirmasi. Praktik ini menyebabkan inkonsistensi data, kesalahan koordinasi, dan ketergantungan pada komunikasi pribadi.</a:t>
            </a:r>
            <a:endParaRPr b="0" lang="en-US" sz="1200" strike="noStrike" u="none">
              <a:solidFill>
                <a:srgbClr val="000000"/>
              </a:solidFill>
              <a:effectLst/>
              <a:uFillTx/>
              <a:latin typeface="OpenSymbol"/>
            </a:endParaRPr>
          </a:p>
          <a:p>
            <a:pPr defTabSz="914400">
              <a:lnSpc>
                <a:spcPct val="100000"/>
              </a:lnSpc>
              <a:tabLst>
                <a:tab algn="l" pos="0"/>
              </a:tabLst>
            </a:pPr>
            <a:endParaRPr b="0" lang="en-US" sz="1200" strike="noStrike" u="none">
              <a:solidFill>
                <a:srgbClr val="000000"/>
              </a:solidFill>
              <a:effectLst/>
              <a:uFillTx/>
              <a:latin typeface="OpenSymbol"/>
            </a:endParaRPr>
          </a:p>
          <a:p>
            <a:pPr defTabSz="914400">
              <a:lnSpc>
                <a:spcPct val="100000"/>
              </a:lnSpc>
              <a:tabLst>
                <a:tab algn="l" pos="0"/>
              </a:tabLst>
            </a:pPr>
            <a:r>
              <a:rPr b="0" lang="en-US" sz="1200" strike="noStrike" u="none">
                <a:solidFill>
                  <a:srgbClr val="000000"/>
                </a:solidFill>
                <a:effectLst/>
                <a:uFillTx/>
                <a:latin typeface="Raleway"/>
              </a:rPr>
              <a:t>Dampaknya termasuk double-booking, klien menentukan jam mulai tanpa validasi, serta pelacakan pembayaran yang tidak akurat. Kondisi ini menurunkan efisiensi operasional, meningkatkan risiko konflik jadwal, dan menyulitkan audit serta rekonsiliasi keuangan.</a:t>
            </a:r>
            <a:endParaRPr b="0" lang="en-US" sz="1200" strike="noStrike" u="none">
              <a:solidFill>
                <a:srgbClr val="000000"/>
              </a:solidFill>
              <a:effectLst/>
              <a:uFillTx/>
              <a:latin typeface="OpenSymbol"/>
            </a:endParaRPr>
          </a:p>
        </p:txBody>
      </p:sp>
      <p:sp>
        <p:nvSpPr>
          <p:cNvPr id="304" name=""/>
          <p:cNvSpPr/>
          <p:nvPr/>
        </p:nvSpPr>
        <p:spPr>
          <a:xfrm>
            <a:off x="4762440" y="1333440"/>
            <a:ext cx="3904920" cy="21618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Raleway"/>
              </a:rPr>
              <a:t>Sistem terpusat dengan validasi aturan bisnis, mengeliminasi keputusan jam oleh klien tanpa konfirmasi. Mekanisme ini mengurangi ambiguitas dan mempercepat proses konfirmasi jadwal.</a:t>
            </a:r>
            <a:endParaRPr b="0" lang="en-US" sz="1200" strike="noStrike" u="none">
              <a:solidFill>
                <a:srgbClr val="000000"/>
              </a:solidFill>
              <a:effectLst/>
              <a:uFillTx/>
              <a:latin typeface="OpenSymbol"/>
            </a:endParaRPr>
          </a:p>
          <a:p>
            <a:pPr defTabSz="914400">
              <a:lnSpc>
                <a:spcPct val="100000"/>
              </a:lnSpc>
              <a:tabLst>
                <a:tab algn="l" pos="0"/>
              </a:tabLst>
            </a:pPr>
            <a:endParaRPr b="0" lang="en-US" sz="1200" strike="noStrike" u="none">
              <a:solidFill>
                <a:srgbClr val="000000"/>
              </a:solidFill>
              <a:effectLst/>
              <a:uFillTx/>
              <a:latin typeface="OpenSymbol"/>
            </a:endParaRPr>
          </a:p>
          <a:p>
            <a:pPr defTabSz="914400">
              <a:lnSpc>
                <a:spcPct val="100000"/>
              </a:lnSpc>
              <a:tabLst>
                <a:tab algn="l" pos="0"/>
              </a:tabLst>
            </a:pPr>
            <a:r>
              <a:rPr b="0" lang="en-US" sz="1200" strike="noStrike" u="none">
                <a:solidFill>
                  <a:srgbClr val="000000"/>
                </a:solidFill>
                <a:effectLst/>
                <a:uFillTx/>
                <a:latin typeface="Raleway"/>
              </a:rPr>
              <a:t>Fitur meliputi pengecekan overlap otomatis untuk mencegah double-booking, alur status transaksi terstruktur untuk pelacakan pembayaran, checklist terdokumentasi untuk standar layanan, serta otomatisasi pembayaran guna meminimalkan kesalahan manual dan memperbaiki auditabilitas.</a:t>
            </a:r>
            <a:endParaRPr b="0" lang="en-US" sz="1200" strike="noStrike" u="none">
              <a:solidFill>
                <a:srgbClr val="000000"/>
              </a:solidFill>
              <a:effectLst/>
              <a:uFillTx/>
              <a:latin typeface="OpenSymbol"/>
            </a:endParaRPr>
          </a:p>
        </p:txBody>
      </p:sp>
      <p:sp>
        <p:nvSpPr>
          <p:cNvPr id="305" name=""/>
          <p:cNvSpPr/>
          <p:nvPr/>
        </p:nvSpPr>
        <p:spPr>
          <a:xfrm>
            <a:off x="476280" y="4381560"/>
            <a:ext cx="8191080" cy="3330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Raleway"/>
              </a:rPr>
              <a:t>Sistem terpusat mengubah praktik manual menjadi operasional yang lebih terkontrol.</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
          <p:cNvSpPr/>
          <p:nvPr/>
        </p:nvSpPr>
        <p:spPr>
          <a:xfrm>
            <a:off x="476280" y="1866960"/>
            <a:ext cx="1914120" cy="2800080"/>
          </a:xfrm>
          <a:prstGeom prst="roundRect">
            <a:avLst>
              <a:gd name="adj" fmla="val 16667"/>
            </a:avLst>
          </a:prstGeom>
          <a:solidFill>
            <a:srgbClr val="4e4ac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07" name=""/>
          <p:cNvSpPr/>
          <p:nvPr/>
        </p:nvSpPr>
        <p:spPr>
          <a:xfrm>
            <a:off x="2523960" y="1866960"/>
            <a:ext cx="1914120" cy="2800080"/>
          </a:xfrm>
          <a:prstGeom prst="roundRect">
            <a:avLst>
              <a:gd name="adj" fmla="val 16667"/>
            </a:avLst>
          </a:prstGeom>
          <a:solidFill>
            <a:srgbClr val="4e4ac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08" name=""/>
          <p:cNvSpPr/>
          <p:nvPr/>
        </p:nvSpPr>
        <p:spPr>
          <a:xfrm>
            <a:off x="4572000" y="1866960"/>
            <a:ext cx="1914120" cy="2800080"/>
          </a:xfrm>
          <a:prstGeom prst="roundRect">
            <a:avLst>
              <a:gd name="adj" fmla="val 16667"/>
            </a:avLst>
          </a:prstGeom>
          <a:solidFill>
            <a:srgbClr val="4e4ac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09" name=""/>
          <p:cNvSpPr/>
          <p:nvPr/>
        </p:nvSpPr>
        <p:spPr>
          <a:xfrm>
            <a:off x="6620040" y="1866960"/>
            <a:ext cx="1914120" cy="2800080"/>
          </a:xfrm>
          <a:prstGeom prst="roundRect">
            <a:avLst>
              <a:gd name="adj" fmla="val 16667"/>
            </a:avLst>
          </a:prstGeom>
          <a:solidFill>
            <a:srgbClr val="4e4ac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10" name=""/>
          <p:cNvSpPr/>
          <p:nvPr/>
        </p:nvSpPr>
        <p:spPr>
          <a:xfrm>
            <a:off x="476280" y="380880"/>
            <a:ext cx="81910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1" lang="en-US" sz="2600" strike="noStrike" u="none">
                <a:solidFill>
                  <a:srgbClr val="000000"/>
                </a:solidFill>
                <a:effectLst/>
                <a:uFillTx/>
                <a:latin typeface="Manrope ExtraBold"/>
              </a:rPr>
              <a:t>Alur Peran Akses</a:t>
            </a:r>
            <a:endParaRPr b="0" lang="en-US" sz="2600" strike="noStrike" u="none">
              <a:solidFill>
                <a:srgbClr val="000000"/>
              </a:solidFill>
              <a:effectLst/>
              <a:uFillTx/>
              <a:latin typeface="OpenSymbol"/>
            </a:endParaRPr>
          </a:p>
        </p:txBody>
      </p:sp>
      <p:sp>
        <p:nvSpPr>
          <p:cNvPr id="311" name=""/>
          <p:cNvSpPr/>
          <p:nvPr/>
        </p:nvSpPr>
        <p:spPr>
          <a:xfrm>
            <a:off x="47628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000000"/>
                </a:solidFill>
                <a:effectLst/>
                <a:uFillTx/>
                <a:latin typeface="Manrope ExtraBold"/>
              </a:rPr>
              <a:t>01</a:t>
            </a:r>
            <a:endParaRPr b="0" lang="en-US" sz="2400" strike="noStrike" u="none">
              <a:solidFill>
                <a:srgbClr val="000000"/>
              </a:solidFill>
              <a:effectLst/>
              <a:uFillTx/>
              <a:latin typeface="OpenSymbol"/>
            </a:endParaRPr>
          </a:p>
        </p:txBody>
      </p:sp>
      <p:sp>
        <p:nvSpPr>
          <p:cNvPr id="312" name=""/>
          <p:cNvSpPr/>
          <p:nvPr/>
        </p:nvSpPr>
        <p:spPr>
          <a:xfrm>
            <a:off x="666720" y="2133720"/>
            <a:ext cx="153324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ffffff"/>
                </a:solidFill>
                <a:effectLst/>
                <a:uFillTx/>
                <a:latin typeface="Manrope ExtraBold"/>
              </a:rPr>
              <a:t>Owner</a:t>
            </a:r>
            <a:endParaRPr b="0" lang="en-US" sz="1800" strike="noStrike" u="none">
              <a:solidFill>
                <a:srgbClr val="000000"/>
              </a:solidFill>
              <a:effectLst/>
              <a:uFillTx/>
              <a:latin typeface="OpenSymbol"/>
            </a:endParaRPr>
          </a:p>
        </p:txBody>
      </p:sp>
      <p:sp>
        <p:nvSpPr>
          <p:cNvPr id="313" name=""/>
          <p:cNvSpPr/>
          <p:nvPr/>
        </p:nvSpPr>
        <p:spPr>
          <a:xfrm>
            <a:off x="666720" y="2666880"/>
            <a:ext cx="1533240" cy="10663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fffff"/>
                </a:solidFill>
                <a:effectLst/>
                <a:uFillTx/>
                <a:latin typeface="Raleway"/>
              </a:rPr>
              <a:t>Akses penuh manajemen: atur konfigurasi, hak, dan operasional sistem.</a:t>
            </a:r>
            <a:endParaRPr b="0" lang="en-US" sz="1200" strike="noStrike" u="none">
              <a:solidFill>
                <a:srgbClr val="000000"/>
              </a:solidFill>
              <a:effectLst/>
              <a:uFillTx/>
              <a:latin typeface="OpenSymbol"/>
            </a:endParaRPr>
          </a:p>
        </p:txBody>
      </p:sp>
      <p:sp>
        <p:nvSpPr>
          <p:cNvPr id="314" name=""/>
          <p:cNvSpPr/>
          <p:nvPr/>
        </p:nvSpPr>
        <p:spPr>
          <a:xfrm>
            <a:off x="252396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000000"/>
                </a:solidFill>
                <a:effectLst/>
                <a:uFillTx/>
                <a:latin typeface="Manrope ExtraBold"/>
              </a:rPr>
              <a:t>02</a:t>
            </a:r>
            <a:endParaRPr b="0" lang="en-US" sz="2400" strike="noStrike" u="none">
              <a:solidFill>
                <a:srgbClr val="000000"/>
              </a:solidFill>
              <a:effectLst/>
              <a:uFillTx/>
              <a:latin typeface="OpenSymbol"/>
            </a:endParaRPr>
          </a:p>
        </p:txBody>
      </p:sp>
      <p:sp>
        <p:nvSpPr>
          <p:cNvPr id="315" name=""/>
          <p:cNvSpPr/>
          <p:nvPr/>
        </p:nvSpPr>
        <p:spPr>
          <a:xfrm>
            <a:off x="2714760" y="2133720"/>
            <a:ext cx="153324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ffffff"/>
                </a:solidFill>
                <a:effectLst/>
                <a:uFillTx/>
                <a:latin typeface="Manrope ExtraBold"/>
              </a:rPr>
              <a:t>Admin</a:t>
            </a:r>
            <a:endParaRPr b="0" lang="en-US" sz="1800" strike="noStrike" u="none">
              <a:solidFill>
                <a:srgbClr val="000000"/>
              </a:solidFill>
              <a:effectLst/>
              <a:uFillTx/>
              <a:latin typeface="OpenSymbol"/>
            </a:endParaRPr>
          </a:p>
        </p:txBody>
      </p:sp>
      <p:sp>
        <p:nvSpPr>
          <p:cNvPr id="316" name=""/>
          <p:cNvSpPr/>
          <p:nvPr/>
        </p:nvSpPr>
        <p:spPr>
          <a:xfrm>
            <a:off x="2714760" y="2666880"/>
            <a:ext cx="1533240" cy="10663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fffff"/>
                </a:solidFill>
                <a:effectLst/>
                <a:uFillTx/>
                <a:latin typeface="Raleway"/>
              </a:rPr>
              <a:t>Kelola pengguna &amp; layanan: buat/ubah akun, tetapkan hak, dan kelola layanan.</a:t>
            </a:r>
            <a:endParaRPr b="0" lang="en-US" sz="1200" strike="noStrike" u="none">
              <a:solidFill>
                <a:srgbClr val="000000"/>
              </a:solidFill>
              <a:effectLst/>
              <a:uFillTx/>
              <a:latin typeface="OpenSymbol"/>
            </a:endParaRPr>
          </a:p>
        </p:txBody>
      </p:sp>
      <p:sp>
        <p:nvSpPr>
          <p:cNvPr id="317" name=""/>
          <p:cNvSpPr/>
          <p:nvPr/>
        </p:nvSpPr>
        <p:spPr>
          <a:xfrm>
            <a:off x="457200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000000"/>
                </a:solidFill>
                <a:effectLst/>
                <a:uFillTx/>
                <a:latin typeface="Manrope ExtraBold"/>
              </a:rPr>
              <a:t>03</a:t>
            </a:r>
            <a:endParaRPr b="0" lang="en-US" sz="2400" strike="noStrike" u="none">
              <a:solidFill>
                <a:srgbClr val="000000"/>
              </a:solidFill>
              <a:effectLst/>
              <a:uFillTx/>
              <a:latin typeface="OpenSymbol"/>
            </a:endParaRPr>
          </a:p>
        </p:txBody>
      </p:sp>
      <p:sp>
        <p:nvSpPr>
          <p:cNvPr id="318" name=""/>
          <p:cNvSpPr/>
          <p:nvPr/>
        </p:nvSpPr>
        <p:spPr>
          <a:xfrm>
            <a:off x="4762440" y="2133720"/>
            <a:ext cx="153324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ffffff"/>
                </a:solidFill>
                <a:effectLst/>
                <a:uFillTx/>
                <a:latin typeface="Manrope ExtraBold"/>
              </a:rPr>
              <a:t>Staff/MUA</a:t>
            </a:r>
            <a:endParaRPr b="0" lang="en-US" sz="1800" strike="noStrike" u="none">
              <a:solidFill>
                <a:srgbClr val="000000"/>
              </a:solidFill>
              <a:effectLst/>
              <a:uFillTx/>
              <a:latin typeface="OpenSymbol"/>
            </a:endParaRPr>
          </a:p>
        </p:txBody>
      </p:sp>
      <p:sp>
        <p:nvSpPr>
          <p:cNvPr id="319" name=""/>
          <p:cNvSpPr/>
          <p:nvPr/>
        </p:nvSpPr>
        <p:spPr>
          <a:xfrm>
            <a:off x="4762440" y="2666880"/>
            <a:ext cx="1533240" cy="9140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fffff"/>
                </a:solidFill>
                <a:effectLst/>
                <a:uFillTx/>
                <a:latin typeface="Raleway"/>
              </a:rPr>
              <a:t>Lihat &amp; jalankan booking; isi checklist dan eksekusi pekerjaan sesuai jadwal.</a:t>
            </a:r>
            <a:endParaRPr b="0" lang="en-US" sz="1200" strike="noStrike" u="none">
              <a:solidFill>
                <a:srgbClr val="000000"/>
              </a:solidFill>
              <a:effectLst/>
              <a:uFillTx/>
              <a:latin typeface="OpenSymbol"/>
            </a:endParaRPr>
          </a:p>
        </p:txBody>
      </p:sp>
      <p:sp>
        <p:nvSpPr>
          <p:cNvPr id="320" name=""/>
          <p:cNvSpPr/>
          <p:nvPr/>
        </p:nvSpPr>
        <p:spPr>
          <a:xfrm>
            <a:off x="662004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000000"/>
                </a:solidFill>
                <a:effectLst/>
                <a:uFillTx/>
                <a:latin typeface="Manrope ExtraBold"/>
              </a:rPr>
              <a:t>04</a:t>
            </a:r>
            <a:endParaRPr b="0" lang="en-US" sz="2400" strike="noStrike" u="none">
              <a:solidFill>
                <a:srgbClr val="000000"/>
              </a:solidFill>
              <a:effectLst/>
              <a:uFillTx/>
              <a:latin typeface="OpenSymbol"/>
            </a:endParaRPr>
          </a:p>
        </p:txBody>
      </p:sp>
      <p:sp>
        <p:nvSpPr>
          <p:cNvPr id="321" name=""/>
          <p:cNvSpPr/>
          <p:nvPr/>
        </p:nvSpPr>
        <p:spPr>
          <a:xfrm>
            <a:off x="6810480" y="2133720"/>
            <a:ext cx="153324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ffffff"/>
                </a:solidFill>
                <a:effectLst/>
                <a:uFillTx/>
                <a:latin typeface="Manrope ExtraBold"/>
              </a:rPr>
              <a:t>Klien Publik</a:t>
            </a:r>
            <a:endParaRPr b="0" lang="en-US" sz="1800" strike="noStrike" u="none">
              <a:solidFill>
                <a:srgbClr val="000000"/>
              </a:solidFill>
              <a:effectLst/>
              <a:uFillTx/>
              <a:latin typeface="OpenSymbol"/>
            </a:endParaRPr>
          </a:p>
        </p:txBody>
      </p:sp>
      <p:sp>
        <p:nvSpPr>
          <p:cNvPr id="322" name=""/>
          <p:cNvSpPr/>
          <p:nvPr/>
        </p:nvSpPr>
        <p:spPr>
          <a:xfrm>
            <a:off x="6810480" y="2666880"/>
            <a:ext cx="1533240" cy="1247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fffff"/>
                </a:solidFill>
                <a:effectLst/>
                <a:uFillTx/>
                <a:latin typeface="Raleway"/>
              </a:rPr>
              <a:t>Pesan tanpa akun: isi tanggal/durasi, alamat, pilih layanan; gunakan endpoint publik untuk booking.</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algn="ctr" defTabSz="914400">
              <a:lnSpc>
                <a:spcPct val="100000"/>
              </a:lnSpc>
              <a:tabLst>
                <a:tab algn="l" pos="0"/>
              </a:tabLst>
            </a:pPr>
            <a:r>
              <a:rPr b="1" lang="en-US" sz="2400" strike="noStrike" u="none">
                <a:solidFill>
                  <a:srgbClr val="000000"/>
                </a:solidFill>
                <a:effectLst/>
                <a:uFillTx/>
                <a:latin typeface="Manrope ExtraBold"/>
              </a:rPr>
              <a:t>Kredibilitas Terjaga</a:t>
            </a:r>
            <a:endParaRPr b="0" lang="en-US" sz="2400" strike="noStrike" u="none">
              <a:solidFill>
                <a:srgbClr val="000000"/>
              </a:solidFill>
              <a:effectLst/>
              <a:uFillTx/>
              <a:latin typeface="OpenSymbol"/>
            </a:endParaRPr>
          </a:p>
        </p:txBody>
      </p:sp>
      <p:sp>
        <p:nvSpPr>
          <p:cNvPr id="324" name=""/>
          <p:cNvSpPr/>
          <p:nvPr/>
        </p:nvSpPr>
        <p:spPr>
          <a:xfrm>
            <a:off x="476280" y="1238400"/>
            <a:ext cx="390492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1400" strike="noStrike" u="none">
                <a:solidFill>
                  <a:srgbClr val="000000"/>
                </a:solidFill>
                <a:effectLst/>
                <a:uFillTx/>
                <a:latin typeface="Raleway"/>
              </a:rPr>
              <a:t>Penjadwalan Aman</a:t>
            </a:r>
            <a:endParaRPr b="0" lang="en-US" sz="1400" strike="noStrike" u="none">
              <a:solidFill>
                <a:srgbClr val="000000"/>
              </a:solidFill>
              <a:effectLst/>
              <a:uFillTx/>
              <a:latin typeface="OpenSymbol"/>
            </a:endParaRPr>
          </a:p>
        </p:txBody>
      </p:sp>
      <p:sp>
        <p:nvSpPr>
          <p:cNvPr id="325" name=""/>
          <p:cNvSpPr/>
          <p:nvPr/>
        </p:nvSpPr>
        <p:spPr>
          <a:xfrm>
            <a:off x="476280" y="1695600"/>
            <a:ext cx="3904920" cy="1247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Raleway"/>
              </a:rPr>
              <a:t>Menggunakan row lock di MySQL untuk mencegah race condition saat pemesanan bersaing. Pendekatan ini lebih langsung dan stabil dibanding optimistic queuing yang kompleks. Status booking mengikuti alur deterministic untuk menghindari konflik state.</a:t>
            </a:r>
            <a:endParaRPr b="0" lang="en-US" sz="1200" strike="noStrike" u="none">
              <a:solidFill>
                <a:srgbClr val="000000"/>
              </a:solidFill>
              <a:effectLst/>
              <a:uFillTx/>
              <a:latin typeface="OpenSymbol"/>
            </a:endParaRPr>
          </a:p>
        </p:txBody>
      </p:sp>
      <p:sp>
        <p:nvSpPr>
          <p:cNvPr id="326" name=""/>
          <p:cNvSpPr/>
          <p:nvPr/>
        </p:nvSpPr>
        <p:spPr>
          <a:xfrm>
            <a:off x="4762440" y="1238400"/>
            <a:ext cx="390492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1400" strike="noStrike" u="none">
                <a:solidFill>
                  <a:srgbClr val="000000"/>
                </a:solidFill>
                <a:effectLst/>
                <a:uFillTx/>
                <a:latin typeface="Raleway"/>
              </a:rPr>
              <a:t>Pembayaran &amp; Audit</a:t>
            </a:r>
            <a:endParaRPr b="0" lang="en-US" sz="1400" strike="noStrike" u="none">
              <a:solidFill>
                <a:srgbClr val="000000"/>
              </a:solidFill>
              <a:effectLst/>
              <a:uFillTx/>
              <a:latin typeface="OpenSymbol"/>
            </a:endParaRPr>
          </a:p>
        </p:txBody>
      </p:sp>
      <p:sp>
        <p:nvSpPr>
          <p:cNvPr id="327" name=""/>
          <p:cNvSpPr/>
          <p:nvPr/>
        </p:nvSpPr>
        <p:spPr>
          <a:xfrm>
            <a:off x="4762440" y="1695600"/>
            <a:ext cx="3904920" cy="1247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Raleway"/>
              </a:rPr>
              <a:t>Pembayaran diproses via Midtrans Snap dengan signature webhook SHA-512 untuk integrasi produksi dan verifikasi keamanan. Setiap aksi disimpan di activity_logs dengan snapshot before/after, memastikan kemampuan rekonstruksi keadaan sistem.</a:t>
            </a:r>
            <a:endParaRPr b="0" lang="en-US" sz="1200" strike="noStrike" u="none">
              <a:solidFill>
                <a:srgbClr val="000000"/>
              </a:solidFill>
              <a:effectLst/>
              <a:uFillTx/>
              <a:latin typeface="OpenSymbol"/>
            </a:endParaRPr>
          </a:p>
        </p:txBody>
      </p:sp>
      <p:sp>
        <p:nvSpPr>
          <p:cNvPr id="328" name=""/>
          <p:cNvSpPr/>
          <p:nvPr/>
        </p:nvSpPr>
        <p:spPr>
          <a:xfrm>
            <a:off x="476280" y="4229280"/>
            <a:ext cx="8191080" cy="3330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Raleway"/>
              </a:rPr>
              <a:t>Fitur inti ini membuat sistem andal dan dapat diaudit untuk produksi.</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
          <p:cNvSpPr/>
          <p:nvPr/>
        </p:nvSpPr>
        <p:spPr>
          <a:xfrm>
            <a:off x="1724040" y="2104920"/>
            <a:ext cx="114120" cy="9000"/>
          </a:xfrm>
          <a:prstGeom prst="roundRect">
            <a:avLst>
              <a:gd name="adj" fmla="val 16667"/>
            </a:avLst>
          </a:prstGeom>
          <a:solidFill>
            <a:srgbClr val="000000"/>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30" name=""/>
          <p:cNvSpPr/>
          <p:nvPr/>
        </p:nvSpPr>
        <p:spPr>
          <a:xfrm>
            <a:off x="3086280" y="2104920"/>
            <a:ext cx="114120" cy="9000"/>
          </a:xfrm>
          <a:prstGeom prst="roundRect">
            <a:avLst>
              <a:gd name="adj" fmla="val 16667"/>
            </a:avLst>
          </a:prstGeom>
          <a:solidFill>
            <a:srgbClr val="000000"/>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31" name=""/>
          <p:cNvSpPr/>
          <p:nvPr/>
        </p:nvSpPr>
        <p:spPr>
          <a:xfrm>
            <a:off x="4448160" y="2104920"/>
            <a:ext cx="114120" cy="9000"/>
          </a:xfrm>
          <a:prstGeom prst="roundRect">
            <a:avLst>
              <a:gd name="adj" fmla="val 16667"/>
            </a:avLst>
          </a:prstGeom>
          <a:solidFill>
            <a:srgbClr val="000000"/>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32" name=""/>
          <p:cNvSpPr/>
          <p:nvPr/>
        </p:nvSpPr>
        <p:spPr>
          <a:xfrm>
            <a:off x="5810400" y="2104920"/>
            <a:ext cx="114120" cy="9000"/>
          </a:xfrm>
          <a:prstGeom prst="roundRect">
            <a:avLst>
              <a:gd name="adj" fmla="val 16667"/>
            </a:avLst>
          </a:prstGeom>
          <a:solidFill>
            <a:srgbClr val="000000"/>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33" name=""/>
          <p:cNvSpPr/>
          <p:nvPr/>
        </p:nvSpPr>
        <p:spPr>
          <a:xfrm>
            <a:off x="7172280" y="2104920"/>
            <a:ext cx="114120" cy="9000"/>
          </a:xfrm>
          <a:prstGeom prst="roundRect">
            <a:avLst>
              <a:gd name="adj" fmla="val 16667"/>
            </a:avLst>
          </a:prstGeom>
          <a:solidFill>
            <a:srgbClr val="000000"/>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34" name=""/>
          <p:cNvSpPr/>
          <p:nvPr/>
        </p:nvSpPr>
        <p:spPr>
          <a:xfrm>
            <a:off x="476280" y="2000160"/>
            <a:ext cx="1247400" cy="209160"/>
          </a:xfrm>
          <a:prstGeom prst="roundRect">
            <a:avLst>
              <a:gd name="adj" fmla="val 16667"/>
            </a:avLst>
          </a:prstGeom>
          <a:solidFill>
            <a:srgbClr val="4e4ac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35" name=""/>
          <p:cNvSpPr/>
          <p:nvPr/>
        </p:nvSpPr>
        <p:spPr>
          <a:xfrm>
            <a:off x="1095480" y="2209680"/>
            <a:ext cx="9000" cy="32364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36" name=""/>
          <p:cNvSpPr/>
          <p:nvPr/>
        </p:nvSpPr>
        <p:spPr>
          <a:xfrm>
            <a:off x="1838160" y="2000160"/>
            <a:ext cx="1247400" cy="209160"/>
          </a:xfrm>
          <a:prstGeom prst="roundRect">
            <a:avLst>
              <a:gd name="adj" fmla="val 16667"/>
            </a:avLst>
          </a:prstGeom>
          <a:solidFill>
            <a:srgbClr val="4e4ac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37" name=""/>
          <p:cNvSpPr/>
          <p:nvPr/>
        </p:nvSpPr>
        <p:spPr>
          <a:xfrm>
            <a:off x="2457360" y="2209680"/>
            <a:ext cx="9000" cy="32364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38" name=""/>
          <p:cNvSpPr/>
          <p:nvPr/>
        </p:nvSpPr>
        <p:spPr>
          <a:xfrm>
            <a:off x="3200400" y="2000160"/>
            <a:ext cx="1247400" cy="209160"/>
          </a:xfrm>
          <a:prstGeom prst="roundRect">
            <a:avLst>
              <a:gd name="adj" fmla="val 16667"/>
            </a:avLst>
          </a:prstGeom>
          <a:solidFill>
            <a:srgbClr val="4e4ac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39" name=""/>
          <p:cNvSpPr/>
          <p:nvPr/>
        </p:nvSpPr>
        <p:spPr>
          <a:xfrm>
            <a:off x="3819600" y="2209680"/>
            <a:ext cx="9000" cy="32364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40" name=""/>
          <p:cNvSpPr/>
          <p:nvPr/>
        </p:nvSpPr>
        <p:spPr>
          <a:xfrm>
            <a:off x="4562640" y="2000160"/>
            <a:ext cx="1247400" cy="209160"/>
          </a:xfrm>
          <a:prstGeom prst="roundRect">
            <a:avLst>
              <a:gd name="adj" fmla="val 16667"/>
            </a:avLst>
          </a:prstGeom>
          <a:solidFill>
            <a:srgbClr val="4e4ac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41" name=""/>
          <p:cNvSpPr/>
          <p:nvPr/>
        </p:nvSpPr>
        <p:spPr>
          <a:xfrm>
            <a:off x="5181480" y="2209680"/>
            <a:ext cx="9000" cy="32364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42" name=""/>
          <p:cNvSpPr/>
          <p:nvPr/>
        </p:nvSpPr>
        <p:spPr>
          <a:xfrm>
            <a:off x="5924520" y="2000160"/>
            <a:ext cx="1247400" cy="209160"/>
          </a:xfrm>
          <a:prstGeom prst="roundRect">
            <a:avLst>
              <a:gd name="adj" fmla="val 16667"/>
            </a:avLst>
          </a:prstGeom>
          <a:solidFill>
            <a:srgbClr val="4e4ac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43" name=""/>
          <p:cNvSpPr/>
          <p:nvPr/>
        </p:nvSpPr>
        <p:spPr>
          <a:xfrm>
            <a:off x="6543720" y="2209680"/>
            <a:ext cx="9000" cy="32364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44" name=""/>
          <p:cNvSpPr/>
          <p:nvPr/>
        </p:nvSpPr>
        <p:spPr>
          <a:xfrm>
            <a:off x="7286760" y="2000160"/>
            <a:ext cx="1247400" cy="209160"/>
          </a:xfrm>
          <a:prstGeom prst="roundRect">
            <a:avLst>
              <a:gd name="adj" fmla="val 16667"/>
            </a:avLst>
          </a:prstGeom>
          <a:solidFill>
            <a:srgbClr val="4e4ac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45" name=""/>
          <p:cNvSpPr/>
          <p:nvPr/>
        </p:nvSpPr>
        <p:spPr>
          <a:xfrm>
            <a:off x="7905600" y="2209680"/>
            <a:ext cx="9000" cy="32364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46" name=""/>
          <p:cNvSpPr/>
          <p:nvPr/>
        </p:nvSpPr>
        <p:spPr>
          <a:xfrm>
            <a:off x="476280" y="380880"/>
            <a:ext cx="81910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1" lang="en-US" sz="2600" strike="noStrike" u="none">
                <a:solidFill>
                  <a:srgbClr val="000000"/>
                </a:solidFill>
                <a:effectLst/>
                <a:uFillTx/>
                <a:latin typeface="Manrope ExtraBold"/>
              </a:rPr>
              <a:t>Alur Booking</a:t>
            </a:r>
            <a:endParaRPr b="0" lang="en-US" sz="2600" strike="noStrike" u="none">
              <a:solidFill>
                <a:srgbClr val="000000"/>
              </a:solidFill>
              <a:effectLst/>
              <a:uFillTx/>
              <a:latin typeface="OpenSymbol"/>
            </a:endParaRPr>
          </a:p>
        </p:txBody>
      </p:sp>
      <p:sp>
        <p:nvSpPr>
          <p:cNvPr id="347" name=""/>
          <p:cNvSpPr/>
          <p:nvPr/>
        </p:nvSpPr>
        <p:spPr>
          <a:xfrm>
            <a:off x="476280" y="1219320"/>
            <a:ext cx="1247400" cy="580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000000"/>
                </a:solidFill>
                <a:effectLst/>
                <a:uFillTx/>
                <a:latin typeface="Manrope ExtraBold"/>
              </a:rPr>
              <a:t>Permintaan Publik</a:t>
            </a:r>
            <a:endParaRPr b="0" lang="en-US" sz="1400" strike="noStrike" u="none">
              <a:solidFill>
                <a:srgbClr val="000000"/>
              </a:solidFill>
              <a:effectLst/>
              <a:uFillTx/>
              <a:latin typeface="OpenSymbol"/>
            </a:endParaRPr>
          </a:p>
        </p:txBody>
      </p:sp>
      <p:sp>
        <p:nvSpPr>
          <p:cNvPr id="348" name=""/>
          <p:cNvSpPr/>
          <p:nvPr/>
        </p:nvSpPr>
        <p:spPr>
          <a:xfrm>
            <a:off x="476280" y="2619360"/>
            <a:ext cx="1247400" cy="14284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000000"/>
                </a:solidFill>
                <a:effectLst/>
                <a:uFillTx/>
                <a:latin typeface="Raleway"/>
              </a:rPr>
              <a:t>Tanggal, durasi, alamat, layanan dikirim; API buat booking dengan status pending.</a:t>
            </a:r>
            <a:endParaRPr b="0" lang="en-US" sz="1200" strike="noStrike" u="none">
              <a:solidFill>
                <a:srgbClr val="000000"/>
              </a:solidFill>
              <a:effectLst/>
              <a:uFillTx/>
              <a:latin typeface="OpenSymbol"/>
            </a:endParaRPr>
          </a:p>
        </p:txBody>
      </p:sp>
      <p:sp>
        <p:nvSpPr>
          <p:cNvPr id="349" name=""/>
          <p:cNvSpPr/>
          <p:nvPr/>
        </p:nvSpPr>
        <p:spPr>
          <a:xfrm>
            <a:off x="1838160" y="1219320"/>
            <a:ext cx="1247400" cy="428400"/>
          </a:xfrm>
          <a:prstGeom prst="rect">
            <a:avLst/>
          </a:prstGeom>
          <a:noFill/>
          <a:ln w="0">
            <a:noFill/>
          </a:ln>
        </p:spPr>
        <p:style>
          <a:lnRef idx="0"/>
          <a:fillRef idx="0"/>
          <a:effectRef idx="0"/>
          <a:fontRef idx="minor"/>
        </p:style>
        <p:txBody>
          <a:bodyPr anchor="t">
            <a:normAutofit fontScale="85000" lnSpcReduction="9999"/>
          </a:bodyPr>
          <a:p>
            <a:pPr algn="ctr" defTabSz="914400">
              <a:lnSpc>
                <a:spcPct val="100000"/>
              </a:lnSpc>
              <a:tabLst>
                <a:tab algn="l" pos="0"/>
              </a:tabLst>
            </a:pPr>
            <a:r>
              <a:rPr b="0" lang="en-US" sz="1400" strike="noStrike" u="none">
                <a:solidFill>
                  <a:srgbClr val="000000"/>
                </a:solidFill>
                <a:effectLst/>
                <a:uFillTx/>
                <a:latin typeface="Manrope ExtraBold"/>
              </a:rPr>
              <a:t>Evaluasi jam/tanggal</a:t>
            </a:r>
            <a:endParaRPr b="0" lang="en-US" sz="1400" strike="noStrike" u="none">
              <a:solidFill>
                <a:srgbClr val="000000"/>
              </a:solidFill>
              <a:effectLst/>
              <a:uFillTx/>
              <a:latin typeface="OpenSymbol"/>
            </a:endParaRPr>
          </a:p>
        </p:txBody>
      </p:sp>
      <p:sp>
        <p:nvSpPr>
          <p:cNvPr id="350" name=""/>
          <p:cNvSpPr/>
          <p:nvPr/>
        </p:nvSpPr>
        <p:spPr>
          <a:xfrm>
            <a:off x="1838160" y="2619360"/>
            <a:ext cx="1247400" cy="14284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000000"/>
                </a:solidFill>
                <a:effectLst/>
                <a:uFillTx/>
                <a:latin typeface="Raleway"/>
              </a:rPr>
              <a:t>Sistem menolak input mulai make up dari klien saat permintaan awal.</a:t>
            </a:r>
            <a:endParaRPr b="0" lang="en-US" sz="1200" strike="noStrike" u="none">
              <a:solidFill>
                <a:srgbClr val="000000"/>
              </a:solidFill>
              <a:effectLst/>
              <a:uFillTx/>
              <a:latin typeface="OpenSymbol"/>
            </a:endParaRPr>
          </a:p>
        </p:txBody>
      </p:sp>
      <p:sp>
        <p:nvSpPr>
          <p:cNvPr id="351" name=""/>
          <p:cNvSpPr/>
          <p:nvPr/>
        </p:nvSpPr>
        <p:spPr>
          <a:xfrm>
            <a:off x="3200400" y="1219320"/>
            <a:ext cx="1247400" cy="580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000000"/>
                </a:solidFill>
                <a:effectLst/>
                <a:uFillTx/>
                <a:latin typeface="Manrope ExtraBold"/>
              </a:rPr>
              <a:t>Tinjau &amp; Tetapkan</a:t>
            </a:r>
            <a:endParaRPr b="0" lang="en-US" sz="1400" strike="noStrike" u="none">
              <a:solidFill>
                <a:srgbClr val="000000"/>
              </a:solidFill>
              <a:effectLst/>
              <a:uFillTx/>
              <a:latin typeface="OpenSymbol"/>
            </a:endParaRPr>
          </a:p>
        </p:txBody>
      </p:sp>
      <p:sp>
        <p:nvSpPr>
          <p:cNvPr id="352" name=""/>
          <p:cNvSpPr/>
          <p:nvPr/>
        </p:nvSpPr>
        <p:spPr>
          <a:xfrm>
            <a:off x="3200400" y="2619360"/>
            <a:ext cx="1247400" cy="146664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000000"/>
                </a:solidFill>
                <a:effectLst/>
                <a:uFillTx/>
                <a:latin typeface="Raleway"/>
              </a:rPr>
              <a:t>Staff/Owner meninjau dan menetapkan jam mulai; sistem lakukan pengecekan overlap dengan row lock.</a:t>
            </a:r>
            <a:endParaRPr b="0" lang="en-US" sz="1200" strike="noStrike" u="none">
              <a:solidFill>
                <a:srgbClr val="000000"/>
              </a:solidFill>
              <a:effectLst/>
              <a:uFillTx/>
              <a:latin typeface="OpenSymbol"/>
            </a:endParaRPr>
          </a:p>
        </p:txBody>
      </p:sp>
      <p:sp>
        <p:nvSpPr>
          <p:cNvPr id="353" name=""/>
          <p:cNvSpPr/>
          <p:nvPr/>
        </p:nvSpPr>
        <p:spPr>
          <a:xfrm>
            <a:off x="4562640" y="1219320"/>
            <a:ext cx="1247400" cy="580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000000"/>
                </a:solidFill>
                <a:effectLst/>
                <a:uFillTx/>
                <a:latin typeface="Manrope ExtraBold"/>
              </a:rPr>
              <a:t>Tanpa Overlap</a:t>
            </a:r>
            <a:endParaRPr b="0" lang="en-US" sz="1400" strike="noStrike" u="none">
              <a:solidFill>
                <a:srgbClr val="000000"/>
              </a:solidFill>
              <a:effectLst/>
              <a:uFillTx/>
              <a:latin typeface="OpenSymbol"/>
            </a:endParaRPr>
          </a:p>
        </p:txBody>
      </p:sp>
      <p:sp>
        <p:nvSpPr>
          <p:cNvPr id="354" name=""/>
          <p:cNvSpPr/>
          <p:nvPr/>
        </p:nvSpPr>
        <p:spPr>
          <a:xfrm>
            <a:off x="4562640" y="2619360"/>
            <a:ext cx="1247400" cy="124740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000000"/>
                </a:solidFill>
                <a:effectLst/>
                <a:uFillTx/>
                <a:latin typeface="Raleway"/>
              </a:rPr>
              <a:t>Jika tidak ada overlap, booking berubah menjadi confirmed.</a:t>
            </a:r>
            <a:endParaRPr b="0" lang="en-US" sz="1200" strike="noStrike" u="none">
              <a:solidFill>
                <a:srgbClr val="000000"/>
              </a:solidFill>
              <a:effectLst/>
              <a:uFillTx/>
              <a:latin typeface="OpenSymbol"/>
            </a:endParaRPr>
          </a:p>
        </p:txBody>
      </p:sp>
      <p:sp>
        <p:nvSpPr>
          <p:cNvPr id="355" name=""/>
          <p:cNvSpPr/>
          <p:nvPr/>
        </p:nvSpPr>
        <p:spPr>
          <a:xfrm>
            <a:off x="5924520" y="1219320"/>
            <a:ext cx="1247400" cy="580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000000"/>
                </a:solidFill>
                <a:effectLst/>
                <a:uFillTx/>
                <a:latin typeface="Manrope ExtraBold"/>
              </a:rPr>
              <a:t>Pembayaran Midtrans</a:t>
            </a:r>
            <a:endParaRPr b="0" lang="en-US" sz="1400" strike="noStrike" u="none">
              <a:solidFill>
                <a:srgbClr val="000000"/>
              </a:solidFill>
              <a:effectLst/>
              <a:uFillTx/>
              <a:latin typeface="OpenSymbol"/>
            </a:endParaRPr>
          </a:p>
        </p:txBody>
      </p:sp>
      <p:sp>
        <p:nvSpPr>
          <p:cNvPr id="356" name=""/>
          <p:cNvSpPr/>
          <p:nvPr/>
        </p:nvSpPr>
        <p:spPr>
          <a:xfrm>
            <a:off x="5924520" y="2619360"/>
            <a:ext cx="1247400" cy="180000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000000"/>
                </a:solidFill>
                <a:effectLst/>
                <a:uFillTx/>
                <a:latin typeface="Raleway"/>
              </a:rPr>
              <a:t>Pembayaran via Midtrans Snap; token dikembalikan ke klien, webhook Midtrans mengirim notifikasi.</a:t>
            </a:r>
            <a:endParaRPr b="0" lang="en-US" sz="1200" strike="noStrike" u="none">
              <a:solidFill>
                <a:srgbClr val="000000"/>
              </a:solidFill>
              <a:effectLst/>
              <a:uFillTx/>
              <a:latin typeface="OpenSymbol"/>
            </a:endParaRPr>
          </a:p>
        </p:txBody>
      </p:sp>
      <p:sp>
        <p:nvSpPr>
          <p:cNvPr id="357" name=""/>
          <p:cNvSpPr/>
          <p:nvPr/>
        </p:nvSpPr>
        <p:spPr>
          <a:xfrm>
            <a:off x="7286760" y="1219320"/>
            <a:ext cx="1247400" cy="580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000000"/>
                </a:solidFill>
                <a:effectLst/>
                <a:uFillTx/>
                <a:latin typeface="Manrope ExtraBold"/>
              </a:rPr>
              <a:t>Verifikasi Webhook</a:t>
            </a:r>
            <a:endParaRPr b="0" lang="en-US" sz="1400" strike="noStrike" u="none">
              <a:solidFill>
                <a:srgbClr val="000000"/>
              </a:solidFill>
              <a:effectLst/>
              <a:uFillTx/>
              <a:latin typeface="OpenSymbol"/>
            </a:endParaRPr>
          </a:p>
        </p:txBody>
      </p:sp>
      <p:sp>
        <p:nvSpPr>
          <p:cNvPr id="358" name=""/>
          <p:cNvSpPr/>
          <p:nvPr/>
        </p:nvSpPr>
        <p:spPr>
          <a:xfrm>
            <a:off x="7286760" y="2619360"/>
            <a:ext cx="1247400" cy="180000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000000"/>
                </a:solidFill>
                <a:effectLst/>
                <a:uFillTx/>
                <a:latin typeface="Raleway"/>
              </a:rPr>
              <a:t>Webhook diverifikasi signature SHA-512; update status transaksi dan booking, lalu dicatat otomatis.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
          <p:cNvSpPr/>
          <p:nvPr/>
        </p:nvSpPr>
        <p:spPr>
          <a:xfrm>
            <a:off x="4952880" y="343080"/>
            <a:ext cx="3714480" cy="1294920"/>
          </a:xfrm>
          <a:prstGeom prst="roundRect">
            <a:avLst>
              <a:gd name="adj" fmla="val 16667"/>
            </a:avLst>
          </a:prstGeom>
          <a:solidFill>
            <a:srgbClr val="4e4ac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60" name=""/>
          <p:cNvSpPr/>
          <p:nvPr/>
        </p:nvSpPr>
        <p:spPr>
          <a:xfrm>
            <a:off x="4952880" y="1847880"/>
            <a:ext cx="3714480" cy="1294920"/>
          </a:xfrm>
          <a:prstGeom prst="roundRect">
            <a:avLst>
              <a:gd name="adj" fmla="val 16667"/>
            </a:avLst>
          </a:prstGeom>
          <a:solidFill>
            <a:srgbClr val="4e4ac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61" name=""/>
          <p:cNvSpPr/>
          <p:nvPr/>
        </p:nvSpPr>
        <p:spPr>
          <a:xfrm>
            <a:off x="4952880" y="3352680"/>
            <a:ext cx="3714480" cy="1294920"/>
          </a:xfrm>
          <a:prstGeom prst="roundRect">
            <a:avLst>
              <a:gd name="adj" fmla="val 16667"/>
            </a:avLst>
          </a:prstGeom>
          <a:solidFill>
            <a:srgbClr val="4e4ac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62" name=""/>
          <p:cNvSpPr/>
          <p:nvPr/>
        </p:nvSpPr>
        <p:spPr>
          <a:xfrm>
            <a:off x="476280" y="380880"/>
            <a:ext cx="3619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000000"/>
                </a:solidFill>
                <a:effectLst/>
                <a:uFillTx/>
                <a:latin typeface="Manrope ExtraBold"/>
              </a:rPr>
              <a:t>Kesiapan Backend</a:t>
            </a:r>
            <a:endParaRPr b="0" lang="en-US" sz="2400" strike="noStrike" u="none">
              <a:solidFill>
                <a:srgbClr val="000000"/>
              </a:solidFill>
              <a:effectLst/>
              <a:uFillTx/>
              <a:latin typeface="OpenSymbol"/>
            </a:endParaRPr>
          </a:p>
        </p:txBody>
      </p:sp>
      <p:sp>
        <p:nvSpPr>
          <p:cNvPr id="363" name=""/>
          <p:cNvSpPr/>
          <p:nvPr/>
        </p:nvSpPr>
        <p:spPr>
          <a:xfrm>
            <a:off x="476280" y="3429000"/>
            <a:ext cx="3619080" cy="6379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000000"/>
                </a:solidFill>
                <a:effectLst/>
                <a:uFillTx/>
                <a:latin typeface="Raleway"/>
              </a:rPr>
              <a:t>Status kesiapan teknis untuk produksi: dokumentasi, uji, dan langkah implementasi frontend.</a:t>
            </a:r>
            <a:endParaRPr b="0" lang="en-US" sz="1400" strike="noStrike" u="none">
              <a:solidFill>
                <a:srgbClr val="000000"/>
              </a:solidFill>
              <a:effectLst/>
              <a:uFillTx/>
              <a:latin typeface="OpenSymbol"/>
            </a:endParaRPr>
          </a:p>
        </p:txBody>
      </p:sp>
      <p:sp>
        <p:nvSpPr>
          <p:cNvPr id="364" name=""/>
          <p:cNvSpPr/>
          <p:nvPr/>
        </p:nvSpPr>
        <p:spPr>
          <a:xfrm>
            <a:off x="5219640" y="380880"/>
            <a:ext cx="3180960" cy="55224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1" lang="en-US" sz="3600" strike="noStrike" u="none">
                <a:solidFill>
                  <a:srgbClr val="000000"/>
                </a:solidFill>
                <a:effectLst/>
                <a:uFillTx/>
                <a:latin typeface="Manrope ExtraBold"/>
              </a:rPr>
              <a:t>100%</a:t>
            </a:r>
            <a:endParaRPr b="0" lang="en-US" sz="3600" strike="noStrike" u="none">
              <a:solidFill>
                <a:srgbClr val="000000"/>
              </a:solidFill>
              <a:effectLst/>
              <a:uFillTx/>
              <a:latin typeface="OpenSymbol"/>
            </a:endParaRPr>
          </a:p>
        </p:txBody>
      </p:sp>
      <p:sp>
        <p:nvSpPr>
          <p:cNvPr id="365" name=""/>
          <p:cNvSpPr/>
          <p:nvPr/>
        </p:nvSpPr>
        <p:spPr>
          <a:xfrm>
            <a:off x="5219640" y="990720"/>
            <a:ext cx="318096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1200" strike="noStrike" u="none">
                <a:solidFill>
                  <a:srgbClr val="ffffff"/>
                </a:solidFill>
                <a:effectLst/>
                <a:uFillTx/>
                <a:latin typeface="Raleway"/>
              </a:rPr>
              <a:t>Dokumentasi OpenAPI otomatis tersedia; endpoint lengkap untuk frontend.</a:t>
            </a:r>
            <a:endParaRPr b="0" lang="en-US" sz="1200" strike="noStrike" u="none">
              <a:solidFill>
                <a:srgbClr val="000000"/>
              </a:solidFill>
              <a:effectLst/>
              <a:uFillTx/>
              <a:latin typeface="OpenSymbol"/>
            </a:endParaRPr>
          </a:p>
        </p:txBody>
      </p:sp>
      <p:sp>
        <p:nvSpPr>
          <p:cNvPr id="366" name=""/>
          <p:cNvSpPr/>
          <p:nvPr/>
        </p:nvSpPr>
        <p:spPr>
          <a:xfrm>
            <a:off x="5219640" y="1886040"/>
            <a:ext cx="3180960" cy="55224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1" lang="en-US" sz="3600" strike="noStrike" u="none">
                <a:solidFill>
                  <a:srgbClr val="000000"/>
                </a:solidFill>
                <a:effectLst/>
                <a:uFillTx/>
                <a:latin typeface="Manrope ExtraBold"/>
              </a:rPr>
              <a:t>120+</a:t>
            </a:r>
            <a:endParaRPr b="0" lang="en-US" sz="3600" strike="noStrike" u="none">
              <a:solidFill>
                <a:srgbClr val="000000"/>
              </a:solidFill>
              <a:effectLst/>
              <a:uFillTx/>
              <a:latin typeface="OpenSymbol"/>
            </a:endParaRPr>
          </a:p>
        </p:txBody>
      </p:sp>
      <p:sp>
        <p:nvSpPr>
          <p:cNvPr id="367" name=""/>
          <p:cNvSpPr/>
          <p:nvPr/>
        </p:nvSpPr>
        <p:spPr>
          <a:xfrm>
            <a:off x="5219640" y="2495520"/>
            <a:ext cx="318096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1200" strike="noStrike" u="none">
                <a:solidFill>
                  <a:srgbClr val="ffffff"/>
                </a:solidFill>
                <a:effectLst/>
                <a:uFillTx/>
                <a:latin typeface="Raleway"/>
              </a:rPr>
              <a:t>Test Pest (unit/integration) mencakup RBAC, penjadwalan, dan webhook.</a:t>
            </a:r>
            <a:endParaRPr b="0" lang="en-US" sz="1200" strike="noStrike" u="none">
              <a:solidFill>
                <a:srgbClr val="000000"/>
              </a:solidFill>
              <a:effectLst/>
              <a:uFillTx/>
              <a:latin typeface="OpenSymbol"/>
            </a:endParaRPr>
          </a:p>
        </p:txBody>
      </p:sp>
      <p:sp>
        <p:nvSpPr>
          <p:cNvPr id="368" name=""/>
          <p:cNvSpPr/>
          <p:nvPr/>
        </p:nvSpPr>
        <p:spPr>
          <a:xfrm>
            <a:off x="5219640" y="3390840"/>
            <a:ext cx="3180960" cy="55224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1" lang="en-US" sz="3600" strike="noStrike" u="none">
                <a:solidFill>
                  <a:srgbClr val="000000"/>
                </a:solidFill>
                <a:effectLst/>
                <a:uFillTx/>
                <a:latin typeface="Manrope ExtraBold"/>
              </a:rPr>
              <a:t>100%</a:t>
            </a:r>
            <a:endParaRPr b="0" lang="en-US" sz="3600" strike="noStrike" u="none">
              <a:solidFill>
                <a:srgbClr val="000000"/>
              </a:solidFill>
              <a:effectLst/>
              <a:uFillTx/>
              <a:latin typeface="OpenSymbol"/>
            </a:endParaRPr>
          </a:p>
        </p:txBody>
      </p:sp>
      <p:sp>
        <p:nvSpPr>
          <p:cNvPr id="369" name=""/>
          <p:cNvSpPr/>
          <p:nvPr/>
        </p:nvSpPr>
        <p:spPr>
          <a:xfrm>
            <a:off x="5219640" y="4000680"/>
            <a:ext cx="318096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1200" strike="noStrike" u="none">
                <a:solidFill>
                  <a:srgbClr val="ffffff"/>
                </a:solidFill>
                <a:effectLst/>
                <a:uFillTx/>
                <a:latin typeface="Raleway"/>
              </a:rPr>
              <a:t>Checklist deployment lengkap: migrasi, trigger DB, linting, PaymentGateway.</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2400" strike="noStrike" u="none">
                <a:solidFill>
                  <a:srgbClr val="000000"/>
                </a:solidFill>
                <a:effectLst/>
                <a:uFillTx/>
                <a:latin typeface="Manrope ExtraBold"/>
              </a:rPr>
              <a:t>Kesimpulan</a:t>
            </a:r>
            <a:endParaRPr b="0" lang="en-US" sz="2400" strike="noStrike" u="none">
              <a:solidFill>
                <a:srgbClr val="000000"/>
              </a:solidFill>
              <a:effectLst/>
              <a:uFillTx/>
              <a:latin typeface="OpenSymbol"/>
            </a:endParaRPr>
          </a:p>
        </p:txBody>
      </p:sp>
      <p:sp>
        <p:nvSpPr>
          <p:cNvPr id="371" name=""/>
          <p:cNvSpPr/>
          <p:nvPr/>
        </p:nvSpPr>
        <p:spPr>
          <a:xfrm>
            <a:off x="476280" y="1238400"/>
            <a:ext cx="8191080" cy="167616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600" strike="noStrike" u="none">
                <a:solidFill>
                  <a:srgbClr val="000000"/>
                </a:solidFill>
                <a:effectLst/>
                <a:uFillTx/>
                <a:latin typeface="Raleway"/>
              </a:rPr>
              <a:t>SimpleBookingMUA adalah web aplikasi yang mengatasi double-booking dan pembayaran manual untuk layanan MUA. Fitur utama: RBAC empat peran, anti-race-condition (row lock), integrasi Midtrans dengan webhook verifikasi, audit trail otomatis. Dokumentasi OpenAPI otomatis mendukung operasional linting dan migrations. Frontend React akan mengikuti spesifikasi API dan alur yang disesuaikan.</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
          <p:cNvSpPr/>
          <p:nvPr/>
        </p:nvSpPr>
        <p:spPr>
          <a:xfrm>
            <a:off x="476280" y="2095560"/>
            <a:ext cx="8191080" cy="552240"/>
          </a:xfrm>
          <a:prstGeom prst="rect">
            <a:avLst/>
          </a:prstGeom>
          <a:noFill/>
          <a:ln w="0">
            <a:noFill/>
          </a:ln>
        </p:spPr>
        <p:style>
          <a:lnRef idx="0"/>
          <a:fillRef idx="0"/>
          <a:effectRef idx="0"/>
          <a:fontRef idx="minor"/>
        </p:style>
        <p:txBody>
          <a:bodyPr anchor="t">
            <a:normAutofit fontScale="92500" lnSpcReduction="9999"/>
          </a:bodyPr>
          <a:p>
            <a:pPr algn="ctr" defTabSz="914400">
              <a:lnSpc>
                <a:spcPct val="100000"/>
              </a:lnSpc>
              <a:tabLst>
                <a:tab algn="l" pos="0"/>
              </a:tabLst>
            </a:pPr>
            <a:r>
              <a:rPr b="0" lang="en-US" sz="3600" strike="noStrike" u="none">
                <a:solidFill>
                  <a:srgbClr val="000000"/>
                </a:solidFill>
                <a:effectLst/>
                <a:uFillTx/>
                <a:latin typeface="Manrope ExtraBold"/>
              </a:rPr>
              <a:t>Ada pertanyaan?</a:t>
            </a:r>
            <a:endParaRPr b="0" lang="en-US" sz="3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title"/>
          </p:nvPr>
        </p:nvSpPr>
        <p:spPr>
          <a:xfrm>
            <a:off x="714240" y="542880"/>
            <a:ext cx="4619160" cy="2012040"/>
          </a:xfrm>
          <a:prstGeom prst="rect">
            <a:avLst/>
          </a:prstGeom>
          <a:noFill/>
          <a:ln w="0">
            <a:noFill/>
          </a:ln>
        </p:spPr>
        <p:txBody>
          <a:bodyPr lIns="91440" rIns="91440" tIns="91440" bIns="91440" anchor="t">
            <a:spAutoFit/>
          </a:bodyPr>
          <a:p>
            <a:pPr indent="0">
              <a:lnSpc>
                <a:spcPct val="100000"/>
              </a:lnSpc>
              <a:buNone/>
              <a:tabLst>
                <a:tab algn="l" pos="0"/>
              </a:tabLst>
            </a:pPr>
            <a:r>
              <a:rPr b="0" lang="en" sz="6000" strike="noStrike" u="none">
                <a:solidFill>
                  <a:schemeClr val="dk1"/>
                </a:solidFill>
                <a:effectLst/>
                <a:uFillTx/>
                <a:latin typeface="Manrope ExtraBold"/>
                <a:ea typeface="Manrope ExtraBold"/>
              </a:rPr>
              <a:t>THANKS!</a:t>
            </a:r>
            <a:endParaRPr b="0" lang="fr-FR" sz="6000" strike="noStrike" u="none">
              <a:solidFill>
                <a:schemeClr val="dk1"/>
              </a:solidFill>
              <a:effectLst/>
              <a:uFillTx/>
              <a:latin typeface="Arial"/>
            </a:endParaRPr>
          </a:p>
        </p:txBody>
      </p:sp>
      <p:sp>
        <p:nvSpPr>
          <p:cNvPr id="374" name="PlaceHolder 2"/>
          <p:cNvSpPr>
            <a:spLocks noGrp="1"/>
          </p:cNvSpPr>
          <p:nvPr>
            <p:ph type="subTitle"/>
          </p:nvPr>
        </p:nvSpPr>
        <p:spPr>
          <a:xfrm>
            <a:off x="714240" y="1857240"/>
            <a:ext cx="4619160" cy="1057320"/>
          </a:xfrm>
          <a:prstGeom prst="rect">
            <a:avLst/>
          </a:prstGeom>
          <a:noFill/>
          <a:ln w="0">
            <a:noFill/>
          </a:ln>
        </p:spPr>
        <p:txBody>
          <a:bodyPr lIns="91440" rIns="91440" tIns="91440" bIns="91440" anchor="ctr">
            <a:spAutoFit/>
          </a:bodyPr>
          <a:p>
            <a:pPr indent="0">
              <a:lnSpc>
                <a:spcPct val="100000"/>
              </a:lnSpc>
              <a:buNone/>
              <a:tabLst>
                <a:tab algn="l" pos="0"/>
              </a:tabLst>
            </a:pPr>
            <a:r>
              <a:rPr b="1" lang="en" sz="2000" strike="noStrike" u="none">
                <a:solidFill>
                  <a:schemeClr val="dk1"/>
                </a:solidFill>
                <a:effectLst/>
                <a:uFillTx/>
                <a:latin typeface="Raleway"/>
                <a:ea typeface="Raleway"/>
              </a:rPr>
              <a:t>Do you have any questions?</a:t>
            </a:r>
            <a:endParaRPr b="0" lang="en-US" sz="2000" strike="noStrike" u="none">
              <a:solidFill>
                <a:srgbClr val="000000"/>
              </a:solidFill>
              <a:effectLst/>
              <a:uFillTx/>
              <a:latin typeface="OpenSymbol"/>
            </a:endParaRPr>
          </a:p>
          <a:p>
            <a:pPr indent="0">
              <a:lnSpc>
                <a:spcPct val="100000"/>
              </a:lnSpc>
              <a:buNone/>
              <a:tabLst>
                <a:tab algn="l" pos="0"/>
              </a:tabLst>
            </a:pPr>
            <a:r>
              <a:rPr b="0" lang="en" sz="1400" strike="noStrike" u="none">
                <a:solidFill>
                  <a:schemeClr val="dk1"/>
                </a:solidFill>
                <a:effectLst/>
                <a:uFillTx/>
                <a:latin typeface="Raleway"/>
                <a:ea typeface="Raleway"/>
              </a:rPr>
              <a:t>youremail@freepik.com</a:t>
            </a:r>
            <a:endParaRPr b="0" lang="en-US" sz="1400" strike="noStrike" u="none">
              <a:solidFill>
                <a:srgbClr val="000000"/>
              </a:solidFill>
              <a:effectLst/>
              <a:uFillTx/>
              <a:latin typeface="OpenSymbol"/>
            </a:endParaRPr>
          </a:p>
          <a:p>
            <a:pPr indent="0">
              <a:lnSpc>
                <a:spcPct val="100000"/>
              </a:lnSpc>
              <a:buNone/>
              <a:tabLst>
                <a:tab algn="l" pos="0"/>
              </a:tabLst>
            </a:pPr>
            <a:r>
              <a:rPr b="0" lang="en" sz="1400" strike="noStrike" u="none">
                <a:solidFill>
                  <a:schemeClr val="dk1"/>
                </a:solidFill>
                <a:effectLst/>
                <a:uFillTx/>
                <a:latin typeface="Raleway"/>
                <a:ea typeface="Raleway"/>
              </a:rPr>
              <a:t>+34 654 321 432</a:t>
            </a:r>
            <a:endParaRPr b="0" lang="en-US" sz="1400" strike="noStrike" u="none">
              <a:solidFill>
                <a:srgbClr val="000000"/>
              </a:solidFill>
              <a:effectLst/>
              <a:uFillTx/>
              <a:latin typeface="OpenSymbol"/>
            </a:endParaRPr>
          </a:p>
          <a:p>
            <a:pPr indent="0">
              <a:lnSpc>
                <a:spcPct val="100000"/>
              </a:lnSpc>
              <a:buNone/>
              <a:tabLst>
                <a:tab algn="l" pos="0"/>
              </a:tabLst>
            </a:pPr>
            <a:r>
              <a:rPr b="0" lang="en" sz="1400" strike="noStrike" u="none">
                <a:solidFill>
                  <a:schemeClr val="dk1"/>
                </a:solidFill>
                <a:effectLst/>
                <a:uFillTx/>
                <a:latin typeface="Raleway"/>
                <a:ea typeface="Raleway"/>
              </a:rPr>
              <a:t>yourwebsite.com</a:t>
            </a:r>
            <a:endParaRPr b="0" lang="en-US" sz="1400" strike="noStrike" u="none">
              <a:solidFill>
                <a:srgbClr val="000000"/>
              </a:solidFill>
              <a:effectLst/>
              <a:uFillTx/>
              <a:latin typeface="OpenSymbol"/>
            </a:endParaRPr>
          </a:p>
        </p:txBody>
      </p:sp>
      <p:sp>
        <p:nvSpPr>
          <p:cNvPr id="375" name="Google Shape;1578;p44"/>
          <p:cNvSpPr/>
          <p:nvPr/>
        </p:nvSpPr>
        <p:spPr>
          <a:xfrm>
            <a:off x="714240" y="4238640"/>
            <a:ext cx="4943160" cy="256680"/>
          </a:xfrm>
          <a:prstGeom prst="rect">
            <a:avLst/>
          </a:prstGeom>
          <a:noFill/>
          <a:ln w="0">
            <a:noFill/>
          </a:ln>
        </p:spPr>
        <p:style>
          <a:lnRef idx="0"/>
          <a:fillRef idx="0"/>
          <a:effectRef idx="0"/>
          <a:fontRef idx="minor"/>
        </p:style>
        <p:txBody>
          <a:bodyPr lIns="870823080" rIns="870823080" tIns="-3218040" bIns="-3218040" anchor="t">
            <a:spAutoFit/>
          </a:bodyPr>
          <a:p>
            <a:pPr defTabSz="914400">
              <a:lnSpc>
                <a:spcPct val="100000"/>
              </a:lnSpc>
              <a:tabLst>
                <a:tab algn="l" pos="0"/>
              </a:tabLst>
            </a:pPr>
            <a:r>
              <a:rPr b="0" lang="en" sz="1200" strike="noStrike" u="none">
                <a:solidFill>
                  <a:schemeClr val="dk1"/>
                </a:solidFill>
                <a:effectLst/>
                <a:uFillTx/>
                <a:latin typeface="Arial"/>
              </a:rPr>
              <a:t>Please keep this slide for attribution</a:t>
            </a:r>
            <a:endParaRPr b="0" lang="en-US" sz="1200" strike="noStrike" u="none">
              <a:solidFill>
                <a:srgbClr val="000000"/>
              </a:solidFill>
              <a:effectLst/>
              <a:uFillTx/>
              <a:latin typeface="OpenSymbol"/>
            </a:endParaRPr>
          </a:p>
        </p:txBody>
      </p:sp>
      <p:grpSp>
        <p:nvGrpSpPr>
          <p:cNvPr id="376" name="Google Shape;1579;p44"/>
          <p:cNvGrpSpPr/>
          <p:nvPr/>
        </p:nvGrpSpPr>
        <p:grpSpPr>
          <a:xfrm>
            <a:off x="1901880" y="3122280"/>
            <a:ext cx="475200" cy="475200"/>
            <a:chOff x="1901880" y="3122280"/>
            <a:chExt cx="475200" cy="475200"/>
          </a:xfrm>
        </p:grpSpPr>
        <p:sp>
          <p:nvSpPr>
            <p:cNvPr id="377" name="Google Shape;1580;p44"/>
            <p:cNvSpPr/>
            <p:nvPr/>
          </p:nvSpPr>
          <p:spPr>
            <a:xfrm>
              <a:off x="1901880" y="3122280"/>
              <a:ext cx="475200" cy="475200"/>
            </a:xfrm>
            <a:prstGeom prst="rect">
              <a:avLst/>
            </a:prstGeom>
            <a:solidFill>
              <a:schemeClr val="lt2"/>
            </a:solidFill>
            <a:ln w="9525">
              <a:solidFill>
                <a:srgbClr val="000000"/>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78" name="Google Shape;1581;p44"/>
            <p:cNvSpPr/>
            <p:nvPr/>
          </p:nvSpPr>
          <p:spPr>
            <a:xfrm>
              <a:off x="2023920" y="3265920"/>
              <a:ext cx="231120" cy="188640"/>
            </a:xfrm>
            <a:custGeom>
              <a:avLst/>
              <a:gdLst>
                <a:gd name="textAreaLeft" fmla="*/ 0 w 231120"/>
                <a:gd name="textAreaRight" fmla="*/ 231480 w 231120"/>
                <a:gd name="textAreaTop" fmla="*/ 0 h 188640"/>
                <a:gd name="textAreaBottom" fmla="*/ 189000 h 188640"/>
              </a:gdLst>
              <a:ahLst/>
              <a:cxnLst/>
              <a:rect l="textAreaLeft" t="textAreaTop" r="textAreaRight" b="textAreaBottom"/>
              <a:pathLst>
                <a:path w="19122" h="15596">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79" name="Google Shape;1582;p44"/>
          <p:cNvGrpSpPr/>
          <p:nvPr/>
        </p:nvGrpSpPr>
        <p:grpSpPr>
          <a:xfrm>
            <a:off x="713160" y="3122280"/>
            <a:ext cx="475200" cy="475200"/>
            <a:chOff x="713160" y="3122280"/>
            <a:chExt cx="475200" cy="475200"/>
          </a:xfrm>
        </p:grpSpPr>
        <p:sp>
          <p:nvSpPr>
            <p:cNvPr id="380" name="Google Shape;1583;p44"/>
            <p:cNvSpPr/>
            <p:nvPr/>
          </p:nvSpPr>
          <p:spPr>
            <a:xfrm>
              <a:off x="713160" y="3122280"/>
              <a:ext cx="475200" cy="475200"/>
            </a:xfrm>
            <a:prstGeom prst="rect">
              <a:avLst/>
            </a:prstGeom>
            <a:solidFill>
              <a:schemeClr val="lt2"/>
            </a:solidFill>
            <a:ln w="9525">
              <a:solidFill>
                <a:srgbClr val="000000"/>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nvGrpSpPr>
            <p:cNvPr id="381" name="Google Shape;1584;p44"/>
            <p:cNvGrpSpPr/>
            <p:nvPr/>
          </p:nvGrpSpPr>
          <p:grpSpPr>
            <a:xfrm>
              <a:off x="835200" y="3244320"/>
              <a:ext cx="231120" cy="231120"/>
              <a:chOff x="835200" y="3244320"/>
              <a:chExt cx="231120" cy="231120"/>
            </a:xfrm>
          </p:grpSpPr>
          <p:sp>
            <p:nvSpPr>
              <p:cNvPr id="382" name="Google Shape;1585;p44"/>
              <p:cNvSpPr/>
              <p:nvPr/>
            </p:nvSpPr>
            <p:spPr>
              <a:xfrm>
                <a:off x="835200" y="3244320"/>
                <a:ext cx="231120" cy="231120"/>
              </a:xfrm>
              <a:custGeom>
                <a:avLst/>
                <a:gdLst>
                  <a:gd name="textAreaLeft" fmla="*/ 0 w 231120"/>
                  <a:gd name="textAreaRight" fmla="*/ 231480 w 231120"/>
                  <a:gd name="textAreaTop" fmla="*/ 0 h 231120"/>
                  <a:gd name="textAreaBottom" fmla="*/ 231480 h 231120"/>
                </a:gdLst>
                <a:ahLst/>
                <a:cxnLst/>
                <a:rect l="textAreaLeft" t="textAreaTop" r="textAreaRight" b="textAreaBottom"/>
                <a:pathLst>
                  <a:path w="12288" h="12287">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3" name="Google Shape;1586;p44"/>
              <p:cNvSpPr/>
              <p:nvPr/>
            </p:nvSpPr>
            <p:spPr>
              <a:xfrm>
                <a:off x="898200" y="3307680"/>
                <a:ext cx="105120" cy="104760"/>
              </a:xfrm>
              <a:custGeom>
                <a:avLst/>
                <a:gdLst>
                  <a:gd name="textAreaLeft" fmla="*/ 0 w 105120"/>
                  <a:gd name="textAreaRight" fmla="*/ 105480 w 105120"/>
                  <a:gd name="textAreaTop" fmla="*/ 0 h 104760"/>
                  <a:gd name="textAreaBottom" fmla="*/ 105120 h 104760"/>
                </a:gdLst>
                <a:ahLst/>
                <a:cxnLst/>
                <a:rect l="textAreaLeft" t="textAreaTop" r="textAreaRight" b="textAreaBottom"/>
                <a:pathLst>
                  <a:path w="5588" h="5585">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1"/>
              </a:solidFill>
              <a:ln w="0">
                <a:noFill/>
              </a:ln>
            </p:spPr>
            <p:style>
              <a:lnRef idx="0"/>
              <a:fillRef idx="0"/>
              <a:effectRef idx="0"/>
              <a:fontRef idx="minor"/>
            </p:style>
            <p:txBody>
              <a:bodyPr tIns="52560" bIns="52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384" name="Google Shape;1587;p44"/>
          <p:cNvGrpSpPr/>
          <p:nvPr/>
        </p:nvGrpSpPr>
        <p:grpSpPr>
          <a:xfrm>
            <a:off x="1307520" y="3122280"/>
            <a:ext cx="475200" cy="475200"/>
            <a:chOff x="1307520" y="3122280"/>
            <a:chExt cx="475200" cy="475200"/>
          </a:xfrm>
        </p:grpSpPr>
        <p:sp>
          <p:nvSpPr>
            <p:cNvPr id="385" name="Google Shape;1588;p44"/>
            <p:cNvSpPr/>
            <p:nvPr/>
          </p:nvSpPr>
          <p:spPr>
            <a:xfrm>
              <a:off x="1307520" y="3122280"/>
              <a:ext cx="475200" cy="475200"/>
            </a:xfrm>
            <a:prstGeom prst="rect">
              <a:avLst/>
            </a:prstGeom>
            <a:solidFill>
              <a:schemeClr val="lt2"/>
            </a:solidFill>
            <a:ln w="9525">
              <a:solidFill>
                <a:srgbClr val="000000"/>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nvGrpSpPr>
            <p:cNvPr id="386" name="Google Shape;1589;p44"/>
            <p:cNvGrpSpPr/>
            <p:nvPr/>
          </p:nvGrpSpPr>
          <p:grpSpPr>
            <a:xfrm>
              <a:off x="1429560" y="3260880"/>
              <a:ext cx="231120" cy="198360"/>
              <a:chOff x="1429560" y="3260880"/>
              <a:chExt cx="231120" cy="198360"/>
            </a:xfrm>
          </p:grpSpPr>
          <p:sp>
            <p:nvSpPr>
              <p:cNvPr id="387" name="Google Shape;1590;p44"/>
              <p:cNvSpPr/>
              <p:nvPr/>
            </p:nvSpPr>
            <p:spPr>
              <a:xfrm>
                <a:off x="1446480" y="3335040"/>
                <a:ext cx="41400" cy="123480"/>
              </a:xfrm>
              <a:custGeom>
                <a:avLst/>
                <a:gdLst>
                  <a:gd name="textAreaLeft" fmla="*/ 0 w 41400"/>
                  <a:gd name="textAreaRight" fmla="*/ 41760 w 41400"/>
                  <a:gd name="textAreaTop" fmla="*/ 0 h 123480"/>
                  <a:gd name="textAreaBottom" fmla="*/ 123840 h 123480"/>
                </a:gdLst>
                <a:ahLst/>
                <a:cxnLst/>
                <a:rect l="textAreaLeft" t="textAreaTop" r="textAreaRight" b="textAreaBottom"/>
                <a:pathLst>
                  <a:path w="1502" h="4461">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chemeClr val="lt1"/>
              </a:solidFill>
              <a:ln w="0">
                <a:noFill/>
              </a:ln>
            </p:spPr>
            <p:style>
              <a:lnRef idx="0"/>
              <a:fillRef idx="0"/>
              <a:effectRef idx="0"/>
              <a:fontRef idx="minor"/>
            </p:style>
            <p:txBody>
              <a:bodyPr tIns="61920" bIns="61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8" name="Google Shape;1591;p44"/>
              <p:cNvSpPr/>
              <p:nvPr/>
            </p:nvSpPr>
            <p:spPr>
              <a:xfrm>
                <a:off x="1429560" y="3260880"/>
                <a:ext cx="58320" cy="50040"/>
              </a:xfrm>
              <a:custGeom>
                <a:avLst/>
                <a:gdLst>
                  <a:gd name="textAreaLeft" fmla="*/ 0 w 58320"/>
                  <a:gd name="textAreaRight" fmla="*/ 58680 w 58320"/>
                  <a:gd name="textAreaTop" fmla="*/ 0 h 50040"/>
                  <a:gd name="textAreaBottom" fmla="*/ 50400 h 50040"/>
                </a:gdLst>
                <a:ahLst/>
                <a:cxnLst/>
                <a:rect l="textAreaLeft" t="textAreaTop" r="textAreaRight" b="textAreaBottom"/>
                <a:pathLst>
                  <a:path w="2109" h="1811">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chemeClr val="lt1"/>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9" name="Google Shape;1592;p44"/>
              <p:cNvSpPr/>
              <p:nvPr/>
            </p:nvSpPr>
            <p:spPr>
              <a:xfrm>
                <a:off x="1528560" y="3335040"/>
                <a:ext cx="132120" cy="124200"/>
              </a:xfrm>
              <a:custGeom>
                <a:avLst/>
                <a:gdLst>
                  <a:gd name="textAreaLeft" fmla="*/ 0 w 132120"/>
                  <a:gd name="textAreaRight" fmla="*/ 132480 w 132120"/>
                  <a:gd name="textAreaTop" fmla="*/ 0 h 124200"/>
                  <a:gd name="textAreaBottom" fmla="*/ 124560 h 124200"/>
                </a:gdLst>
                <a:ahLst/>
                <a:cxnLst/>
                <a:rect l="textAreaLeft" t="textAreaTop" r="textAreaRight" b="textAreaBottom"/>
                <a:pathLst>
                  <a:path w="4765" h="4477">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chemeClr val="lt1"/>
              </a:solidFill>
              <a:ln w="0">
                <a:noFill/>
              </a:ln>
            </p:spPr>
            <p:style>
              <a:lnRef idx="0"/>
              <a:fillRef idx="0"/>
              <a:effectRef idx="0"/>
              <a:fontRef idx="minor"/>
            </p:style>
            <p:txBody>
              <a:bodyPr tIns="62280" bIns="62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cxnSp>
        <p:nvCxnSpPr>
          <p:cNvPr id="390" name="Google Shape;1593;p44"/>
          <p:cNvCxnSpPr/>
          <p:nvPr/>
        </p:nvCxnSpPr>
        <p:spPr>
          <a:xfrm>
            <a:off x="715680" y="4603680"/>
            <a:ext cx="7715160" cy="360"/>
          </a:xfrm>
          <a:prstGeom prst="straightConnector1">
            <a:avLst/>
          </a:prstGeom>
          <a:ln w="9525">
            <a:solidFill>
              <a:srgbClr val="000000"/>
            </a:solidFill>
            <a:round/>
          </a:ln>
        </p:spPr>
      </p:cxnSp>
      <p:grpSp>
        <p:nvGrpSpPr>
          <p:cNvPr id="391" name="Google Shape;1594;p44"/>
          <p:cNvGrpSpPr/>
          <p:nvPr/>
        </p:nvGrpSpPr>
        <p:grpSpPr>
          <a:xfrm>
            <a:off x="6797520" y="2067480"/>
            <a:ext cx="2280600" cy="2932200"/>
            <a:chOff x="6797520" y="2067480"/>
            <a:chExt cx="2280600" cy="2932200"/>
          </a:xfrm>
        </p:grpSpPr>
        <p:sp>
          <p:nvSpPr>
            <p:cNvPr id="392" name="Google Shape;1595;p44"/>
            <p:cNvSpPr/>
            <p:nvPr/>
          </p:nvSpPr>
          <p:spPr>
            <a:xfrm>
              <a:off x="8192520" y="3973680"/>
              <a:ext cx="486000" cy="109080"/>
            </a:xfrm>
            <a:custGeom>
              <a:avLst/>
              <a:gdLst>
                <a:gd name="textAreaLeft" fmla="*/ 0 w 486000"/>
                <a:gd name="textAreaRight" fmla="*/ 486360 w 486000"/>
                <a:gd name="textAreaTop" fmla="*/ 0 h 109080"/>
                <a:gd name="textAreaBottom" fmla="*/ 109440 h 109080"/>
              </a:gdLst>
              <a:ahLst/>
              <a:cxnLst/>
              <a:rect l="textAreaLeft" t="textAreaTop" r="textAreaRight" b="textAreaBottom"/>
              <a:pathLst>
                <a:path w="15165" h="3418">
                  <a:moveTo>
                    <a:pt x="35" y="0"/>
                  </a:moveTo>
                  <a:cubicBezTo>
                    <a:pt x="17" y="0"/>
                    <a:pt x="1" y="16"/>
                    <a:pt x="1" y="35"/>
                  </a:cubicBezTo>
                  <a:lnTo>
                    <a:pt x="1" y="3383"/>
                  </a:lnTo>
                  <a:cubicBezTo>
                    <a:pt x="1" y="3403"/>
                    <a:pt x="17" y="3418"/>
                    <a:pt x="35" y="3418"/>
                  </a:cubicBezTo>
                  <a:lnTo>
                    <a:pt x="15130" y="3418"/>
                  </a:lnTo>
                  <a:cubicBezTo>
                    <a:pt x="15149" y="3418"/>
                    <a:pt x="15165" y="3403"/>
                    <a:pt x="15165" y="3383"/>
                  </a:cubicBezTo>
                  <a:lnTo>
                    <a:pt x="15165" y="35"/>
                  </a:lnTo>
                  <a:cubicBezTo>
                    <a:pt x="15165" y="16"/>
                    <a:pt x="15149" y="0"/>
                    <a:pt x="15130" y="0"/>
                  </a:cubicBezTo>
                  <a:close/>
                </a:path>
              </a:pathLst>
            </a:custGeom>
            <a:solidFill>
              <a:srgbClr val="000000"/>
            </a:solidFill>
            <a:ln w="0">
              <a:noFill/>
            </a:ln>
          </p:spPr>
          <p:style>
            <a:lnRef idx="0"/>
            <a:fillRef idx="0"/>
            <a:effectRef idx="0"/>
            <a:fontRef idx="minor"/>
          </p:style>
          <p:txBody>
            <a:bodyPr tIns="54720" bIns="54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3" name="Google Shape;1596;p44"/>
            <p:cNvSpPr/>
            <p:nvPr/>
          </p:nvSpPr>
          <p:spPr>
            <a:xfrm>
              <a:off x="8386200" y="4083120"/>
              <a:ext cx="98640" cy="822240"/>
            </a:xfrm>
            <a:custGeom>
              <a:avLst/>
              <a:gdLst>
                <a:gd name="textAreaLeft" fmla="*/ 0 w 98640"/>
                <a:gd name="textAreaRight" fmla="*/ 99000 w 98640"/>
                <a:gd name="textAreaTop" fmla="*/ 0 h 822240"/>
                <a:gd name="textAreaBottom" fmla="*/ 822600 h 822240"/>
              </a:gdLst>
              <a:ahLst/>
              <a:cxnLst/>
              <a:rect l="textAreaLeft" t="textAreaTop" r="textAreaRight" b="textAreaBottom"/>
              <a:pathLst>
                <a:path w="3092" h="25654">
                  <a:moveTo>
                    <a:pt x="0" y="1"/>
                  </a:moveTo>
                  <a:lnTo>
                    <a:pt x="0" y="25653"/>
                  </a:lnTo>
                  <a:lnTo>
                    <a:pt x="3091" y="25653"/>
                  </a:lnTo>
                  <a:lnTo>
                    <a:pt x="3091" y="1"/>
                  </a:lnTo>
                  <a:close/>
                </a:path>
              </a:pathLst>
            </a:custGeom>
            <a:solidFill>
              <a:schemeClr val="lt1"/>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4" name="Google Shape;1597;p44"/>
            <p:cNvSpPr/>
            <p:nvPr/>
          </p:nvSpPr>
          <p:spPr>
            <a:xfrm>
              <a:off x="8123400" y="4905720"/>
              <a:ext cx="624600" cy="93960"/>
            </a:xfrm>
            <a:custGeom>
              <a:avLst/>
              <a:gdLst>
                <a:gd name="textAreaLeft" fmla="*/ 0 w 624600"/>
                <a:gd name="textAreaRight" fmla="*/ 624960 w 624600"/>
                <a:gd name="textAreaTop" fmla="*/ 0 h 93960"/>
                <a:gd name="textAreaBottom" fmla="*/ 94320 h 93960"/>
              </a:gdLst>
              <a:ahLst/>
              <a:cxnLst/>
              <a:rect l="textAreaLeft" t="textAreaTop" r="textAreaRight" b="textAreaBottom"/>
              <a:pathLst>
                <a:path w="19489" h="2941">
                  <a:moveTo>
                    <a:pt x="1296" y="0"/>
                  </a:moveTo>
                  <a:cubicBezTo>
                    <a:pt x="584" y="0"/>
                    <a:pt x="1" y="582"/>
                    <a:pt x="1" y="1295"/>
                  </a:cubicBezTo>
                  <a:lnTo>
                    <a:pt x="1" y="2941"/>
                  </a:lnTo>
                  <a:lnTo>
                    <a:pt x="19489" y="2941"/>
                  </a:lnTo>
                  <a:lnTo>
                    <a:pt x="19489" y="1295"/>
                  </a:lnTo>
                  <a:cubicBezTo>
                    <a:pt x="19489" y="582"/>
                    <a:pt x="18905" y="0"/>
                    <a:pt x="18193" y="0"/>
                  </a:cubicBezTo>
                  <a:close/>
                </a:path>
              </a:pathLst>
            </a:custGeom>
            <a:solidFill>
              <a:srgbClr val="000000"/>
            </a:solidFill>
            <a:ln w="0">
              <a:noFill/>
            </a:ln>
          </p:spPr>
          <p:style>
            <a:lnRef idx="0"/>
            <a:fillRef idx="0"/>
            <a:effectRef idx="0"/>
            <a:fontRef idx="minor"/>
          </p:style>
          <p:txBody>
            <a:bodyPr tIns="47160" bIns="47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5" name="Google Shape;1598;p44"/>
            <p:cNvSpPr/>
            <p:nvPr/>
          </p:nvSpPr>
          <p:spPr>
            <a:xfrm>
              <a:off x="7880040" y="3029040"/>
              <a:ext cx="1198080" cy="944280"/>
            </a:xfrm>
            <a:custGeom>
              <a:avLst/>
              <a:gdLst>
                <a:gd name="textAreaLeft" fmla="*/ 0 w 1198080"/>
                <a:gd name="textAreaRight" fmla="*/ 1198440 w 1198080"/>
                <a:gd name="textAreaTop" fmla="*/ 0 h 944280"/>
                <a:gd name="textAreaBottom" fmla="*/ 944640 h 944280"/>
              </a:gdLst>
              <a:ahLst/>
              <a:cxnLst/>
              <a:rect l="textAreaLeft" t="textAreaTop" r="textAreaRight" b="textAreaBottom"/>
              <a:pathLst>
                <a:path w="37375" h="29452">
                  <a:moveTo>
                    <a:pt x="22360" y="1"/>
                  </a:moveTo>
                  <a:cubicBezTo>
                    <a:pt x="16648" y="1"/>
                    <a:pt x="16699" y="430"/>
                    <a:pt x="16575" y="5375"/>
                  </a:cubicBezTo>
                  <a:cubicBezTo>
                    <a:pt x="16469" y="9572"/>
                    <a:pt x="18148" y="17830"/>
                    <a:pt x="13949" y="17830"/>
                  </a:cubicBezTo>
                  <a:lnTo>
                    <a:pt x="9074" y="17830"/>
                  </a:lnTo>
                  <a:lnTo>
                    <a:pt x="9074" y="17839"/>
                  </a:lnTo>
                  <a:cubicBezTo>
                    <a:pt x="3077" y="18114"/>
                    <a:pt x="908" y="24535"/>
                    <a:pt x="200" y="27708"/>
                  </a:cubicBezTo>
                  <a:cubicBezTo>
                    <a:pt x="1" y="28603"/>
                    <a:pt x="685" y="29451"/>
                    <a:pt x="1602" y="29451"/>
                  </a:cubicBezTo>
                  <a:lnTo>
                    <a:pt x="27070" y="29451"/>
                  </a:lnTo>
                  <a:cubicBezTo>
                    <a:pt x="36702" y="29451"/>
                    <a:pt x="37375" y="21643"/>
                    <a:pt x="37375" y="12011"/>
                  </a:cubicBezTo>
                  <a:lnTo>
                    <a:pt x="37375" y="2419"/>
                  </a:lnTo>
                  <a:cubicBezTo>
                    <a:pt x="37375" y="1095"/>
                    <a:pt x="36300" y="21"/>
                    <a:pt x="34975" y="21"/>
                  </a:cubicBezTo>
                  <a:lnTo>
                    <a:pt x="26779" y="21"/>
                  </a:lnTo>
                  <a:lnTo>
                    <a:pt x="26779" y="20"/>
                  </a:lnTo>
                  <a:cubicBezTo>
                    <a:pt x="25015" y="20"/>
                    <a:pt x="23560" y="1"/>
                    <a:pt x="22360" y="1"/>
                  </a:cubicBezTo>
                  <a:close/>
                </a:path>
              </a:pathLst>
            </a:custGeom>
            <a:solidFill>
              <a:schemeClr val="accent1"/>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6" name="Google Shape;1599;p44"/>
            <p:cNvSpPr/>
            <p:nvPr/>
          </p:nvSpPr>
          <p:spPr>
            <a:xfrm>
              <a:off x="8299800" y="3983760"/>
              <a:ext cx="52920" cy="88560"/>
            </a:xfrm>
            <a:custGeom>
              <a:avLst/>
              <a:gdLst>
                <a:gd name="textAreaLeft" fmla="*/ 0 w 52920"/>
                <a:gd name="textAreaRight" fmla="*/ 53280 w 52920"/>
                <a:gd name="textAreaTop" fmla="*/ 0 h 88560"/>
                <a:gd name="textAreaBottom" fmla="*/ 88920 h 88560"/>
              </a:gdLst>
              <a:ahLst/>
              <a:cxnLst/>
              <a:rect l="textAreaLeft" t="textAreaTop" r="textAreaRight" b="textAreaBottom"/>
              <a:pathLst>
                <a:path w="1656" h="2778">
                  <a:moveTo>
                    <a:pt x="0" y="0"/>
                  </a:moveTo>
                  <a:lnTo>
                    <a:pt x="0" y="2778"/>
                  </a:lnTo>
                  <a:lnTo>
                    <a:pt x="1656" y="2778"/>
                  </a:lnTo>
                  <a:lnTo>
                    <a:pt x="1656" y="0"/>
                  </a:lnTo>
                  <a:close/>
                </a:path>
              </a:pathLst>
            </a:custGeom>
            <a:solidFill>
              <a:schemeClr val="lt1"/>
            </a:solidFill>
            <a:ln w="4150">
              <a:solidFill>
                <a:srgbClr val="000000"/>
              </a:solidFill>
              <a:miter/>
            </a:ln>
          </p:spPr>
          <p:style>
            <a:lnRef idx="0"/>
            <a:fillRef idx="0"/>
            <a:effectRef idx="0"/>
            <a:fontRef idx="minor"/>
          </p:style>
          <p:txBody>
            <a:bodyPr tIns="44280" bIns="44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7" name="Google Shape;1600;p44"/>
            <p:cNvSpPr/>
            <p:nvPr/>
          </p:nvSpPr>
          <p:spPr>
            <a:xfrm>
              <a:off x="8368920" y="3983760"/>
              <a:ext cx="17640" cy="88560"/>
            </a:xfrm>
            <a:custGeom>
              <a:avLst/>
              <a:gdLst>
                <a:gd name="textAreaLeft" fmla="*/ 0 w 17640"/>
                <a:gd name="textAreaRight" fmla="*/ 18000 w 17640"/>
                <a:gd name="textAreaTop" fmla="*/ 0 h 88560"/>
                <a:gd name="textAreaBottom" fmla="*/ 88920 h 88560"/>
              </a:gdLst>
              <a:ahLst/>
              <a:cxnLst/>
              <a:rect l="textAreaLeft" t="textAreaTop" r="textAreaRight" b="textAreaBottom"/>
              <a:pathLst>
                <a:path w="562" h="2778">
                  <a:moveTo>
                    <a:pt x="1" y="0"/>
                  </a:moveTo>
                  <a:lnTo>
                    <a:pt x="1" y="2778"/>
                  </a:lnTo>
                  <a:lnTo>
                    <a:pt x="562" y="2778"/>
                  </a:lnTo>
                  <a:lnTo>
                    <a:pt x="562" y="0"/>
                  </a:lnTo>
                  <a:close/>
                </a:path>
              </a:pathLst>
            </a:custGeom>
            <a:solidFill>
              <a:schemeClr val="lt1"/>
            </a:solidFill>
            <a:ln w="4150">
              <a:solidFill>
                <a:srgbClr val="000000"/>
              </a:solidFill>
              <a:miter/>
            </a:ln>
          </p:spPr>
          <p:style>
            <a:lnRef idx="0"/>
            <a:fillRef idx="0"/>
            <a:effectRef idx="0"/>
            <a:fontRef idx="minor"/>
          </p:style>
          <p:txBody>
            <a:bodyPr tIns="44280" bIns="44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8" name="Google Shape;1601;p44"/>
            <p:cNvSpPr/>
            <p:nvPr/>
          </p:nvSpPr>
          <p:spPr>
            <a:xfrm>
              <a:off x="8299800" y="4917240"/>
              <a:ext cx="52920" cy="70200"/>
            </a:xfrm>
            <a:custGeom>
              <a:avLst/>
              <a:gdLst>
                <a:gd name="textAreaLeft" fmla="*/ 0 w 52920"/>
                <a:gd name="textAreaRight" fmla="*/ 53280 w 52920"/>
                <a:gd name="textAreaTop" fmla="*/ 0 h 70200"/>
                <a:gd name="textAreaBottom" fmla="*/ 70560 h 70200"/>
              </a:gdLst>
              <a:ahLst/>
              <a:cxnLst/>
              <a:rect l="textAreaLeft" t="textAreaTop" r="textAreaRight" b="textAreaBottom"/>
              <a:pathLst>
                <a:path w="1656" h="2205">
                  <a:moveTo>
                    <a:pt x="0" y="0"/>
                  </a:moveTo>
                  <a:lnTo>
                    <a:pt x="0" y="2205"/>
                  </a:lnTo>
                  <a:lnTo>
                    <a:pt x="1656" y="2205"/>
                  </a:lnTo>
                  <a:lnTo>
                    <a:pt x="1656" y="0"/>
                  </a:lnTo>
                  <a:close/>
                </a:path>
              </a:pathLst>
            </a:custGeom>
            <a:solidFill>
              <a:schemeClr val="lt1"/>
            </a:solidFill>
            <a:ln w="4150">
              <a:solidFill>
                <a:srgbClr val="000000"/>
              </a:solidFill>
              <a:miter/>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9" name="Google Shape;1602;p44"/>
            <p:cNvSpPr/>
            <p:nvPr/>
          </p:nvSpPr>
          <p:spPr>
            <a:xfrm>
              <a:off x="8368920" y="4917240"/>
              <a:ext cx="17640" cy="70200"/>
            </a:xfrm>
            <a:custGeom>
              <a:avLst/>
              <a:gdLst>
                <a:gd name="textAreaLeft" fmla="*/ 0 w 17640"/>
                <a:gd name="textAreaRight" fmla="*/ 18000 w 17640"/>
                <a:gd name="textAreaTop" fmla="*/ 0 h 70200"/>
                <a:gd name="textAreaBottom" fmla="*/ 70560 h 70200"/>
              </a:gdLst>
              <a:ahLst/>
              <a:cxnLst/>
              <a:rect l="textAreaLeft" t="textAreaTop" r="textAreaRight" b="textAreaBottom"/>
              <a:pathLst>
                <a:path w="562" h="2205">
                  <a:moveTo>
                    <a:pt x="1" y="0"/>
                  </a:moveTo>
                  <a:lnTo>
                    <a:pt x="1" y="2205"/>
                  </a:lnTo>
                  <a:lnTo>
                    <a:pt x="562" y="2205"/>
                  </a:lnTo>
                  <a:lnTo>
                    <a:pt x="562" y="0"/>
                  </a:lnTo>
                  <a:close/>
                </a:path>
              </a:pathLst>
            </a:custGeom>
            <a:solidFill>
              <a:schemeClr val="lt1"/>
            </a:solidFill>
            <a:ln w="4150">
              <a:solidFill>
                <a:srgbClr val="000000"/>
              </a:solidFill>
              <a:miter/>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0" name="Google Shape;1603;p44"/>
            <p:cNvSpPr/>
            <p:nvPr/>
          </p:nvSpPr>
          <p:spPr>
            <a:xfrm>
              <a:off x="7987320" y="3044520"/>
              <a:ext cx="1019160" cy="858600"/>
            </a:xfrm>
            <a:custGeom>
              <a:avLst/>
              <a:gdLst>
                <a:gd name="textAreaLeft" fmla="*/ 0 w 1019160"/>
                <a:gd name="textAreaRight" fmla="*/ 1019520 w 1019160"/>
                <a:gd name="textAreaTop" fmla="*/ 0 h 858600"/>
                <a:gd name="textAreaBottom" fmla="*/ 858960 h 858600"/>
              </a:gdLst>
              <a:ahLst/>
              <a:cxnLst/>
              <a:rect l="textAreaLeft" t="textAreaTop" r="textAreaRight" b="textAreaBottom"/>
              <a:pathLst>
                <a:path w="31787" h="26787">
                  <a:moveTo>
                    <a:pt x="16353" y="1"/>
                  </a:moveTo>
                  <a:lnTo>
                    <a:pt x="14038" y="13638"/>
                  </a:lnTo>
                  <a:lnTo>
                    <a:pt x="1" y="26787"/>
                  </a:lnTo>
                  <a:cubicBezTo>
                    <a:pt x="399" y="26787"/>
                    <a:pt x="15064" y="26779"/>
                    <a:pt x="15432" y="26760"/>
                  </a:cubicBezTo>
                  <a:cubicBezTo>
                    <a:pt x="23552" y="26353"/>
                    <a:pt x="24507" y="21482"/>
                    <a:pt x="24582" y="12867"/>
                  </a:cubicBezTo>
                  <a:cubicBezTo>
                    <a:pt x="24587" y="12126"/>
                    <a:pt x="25189" y="11527"/>
                    <a:pt x="25931" y="11527"/>
                  </a:cubicBezTo>
                  <a:lnTo>
                    <a:pt x="29869" y="11527"/>
                  </a:lnTo>
                  <a:cubicBezTo>
                    <a:pt x="30928" y="11527"/>
                    <a:pt x="31787" y="10668"/>
                    <a:pt x="31787" y="9609"/>
                  </a:cubicBezTo>
                  <a:lnTo>
                    <a:pt x="31787" y="1132"/>
                  </a:lnTo>
                  <a:cubicBezTo>
                    <a:pt x="31787" y="507"/>
                    <a:pt x="31280" y="2"/>
                    <a:pt x="30656" y="2"/>
                  </a:cubicBezTo>
                  <a:lnTo>
                    <a:pt x="16353" y="2"/>
                  </a:lnTo>
                  <a:lnTo>
                    <a:pt x="16353" y="1"/>
                  </a:lnTo>
                  <a:close/>
                </a:path>
              </a:pathLst>
            </a:custGeom>
            <a:solidFill>
              <a:srgbClr val="191919">
                <a:alpha val="29000"/>
              </a:srgbClr>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1" name="Google Shape;1604;p44"/>
            <p:cNvSpPr/>
            <p:nvPr/>
          </p:nvSpPr>
          <p:spPr>
            <a:xfrm>
              <a:off x="7875000" y="3461400"/>
              <a:ext cx="694440" cy="152640"/>
            </a:xfrm>
            <a:custGeom>
              <a:avLst/>
              <a:gdLst>
                <a:gd name="textAreaLeft" fmla="*/ 0 w 694440"/>
                <a:gd name="textAreaRight" fmla="*/ 694800 w 694440"/>
                <a:gd name="textAreaTop" fmla="*/ 0 h 152640"/>
                <a:gd name="textAreaBottom" fmla="*/ 153000 h 152640"/>
              </a:gdLst>
              <a:ahLst/>
              <a:cxnLst/>
              <a:rect l="textAreaLeft" t="textAreaTop" r="textAreaRight" b="textAreaBottom"/>
              <a:pathLst>
                <a:path w="21665" h="4773">
                  <a:moveTo>
                    <a:pt x="6848" y="0"/>
                  </a:moveTo>
                  <a:lnTo>
                    <a:pt x="1" y="4772"/>
                  </a:lnTo>
                  <a:lnTo>
                    <a:pt x="21664" y="4772"/>
                  </a:lnTo>
                  <a:lnTo>
                    <a:pt x="21664" y="0"/>
                  </a:lnTo>
                  <a:close/>
                </a:path>
              </a:pathLst>
            </a:custGeom>
            <a:solidFill>
              <a:schemeClr val="dk2"/>
            </a:solidFill>
            <a:ln w="0">
              <a:noFill/>
            </a:ln>
          </p:spPr>
          <p:style>
            <a:lnRef idx="0"/>
            <a:fillRef idx="0"/>
            <a:effectRef idx="0"/>
            <a:fontRef idx="minor"/>
          </p:style>
          <p:txBody>
            <a:bodyPr tIns="76320" bIns="76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2" name="Google Shape;1605;p44"/>
            <p:cNvSpPr/>
            <p:nvPr/>
          </p:nvSpPr>
          <p:spPr>
            <a:xfrm>
              <a:off x="7031160" y="4340880"/>
              <a:ext cx="300600" cy="575640"/>
            </a:xfrm>
            <a:custGeom>
              <a:avLst/>
              <a:gdLst>
                <a:gd name="textAreaLeft" fmla="*/ 0 w 300600"/>
                <a:gd name="textAreaRight" fmla="*/ 300960 w 300600"/>
                <a:gd name="textAreaTop" fmla="*/ 0 h 575640"/>
                <a:gd name="textAreaBottom" fmla="*/ 576000 h 575640"/>
              </a:gdLst>
              <a:ahLst/>
              <a:cxnLst/>
              <a:rect l="textAreaLeft" t="textAreaTop" r="textAreaRight" b="textAreaBottom"/>
              <a:pathLst>
                <a:path w="9386" h="17965">
                  <a:moveTo>
                    <a:pt x="2695" y="0"/>
                  </a:moveTo>
                  <a:lnTo>
                    <a:pt x="0" y="15498"/>
                  </a:lnTo>
                  <a:lnTo>
                    <a:pt x="2004" y="17964"/>
                  </a:lnTo>
                  <a:lnTo>
                    <a:pt x="4696" y="17583"/>
                  </a:lnTo>
                  <a:lnTo>
                    <a:pt x="9386" y="678"/>
                  </a:lnTo>
                  <a:lnTo>
                    <a:pt x="2695" y="0"/>
                  </a:lnTo>
                  <a:close/>
                </a:path>
              </a:pathLst>
            </a:custGeom>
            <a:solidFill>
              <a:srgbClr val="efefef"/>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3" name="Google Shape;1606;p44"/>
            <p:cNvSpPr/>
            <p:nvPr/>
          </p:nvSpPr>
          <p:spPr>
            <a:xfrm>
              <a:off x="7042680" y="4748040"/>
              <a:ext cx="173520" cy="36360"/>
            </a:xfrm>
            <a:custGeom>
              <a:avLst/>
              <a:gdLst>
                <a:gd name="textAreaLeft" fmla="*/ 0 w 173520"/>
                <a:gd name="textAreaRight" fmla="*/ 173880 w 173520"/>
                <a:gd name="textAreaTop" fmla="*/ 0 h 36360"/>
                <a:gd name="textAreaBottom" fmla="*/ 36720 h 36360"/>
              </a:gdLst>
              <a:ahLst/>
              <a:cxnLst/>
              <a:rect l="textAreaLeft" t="textAreaTop" r="textAreaRight" b="textAreaBottom"/>
              <a:pathLst>
                <a:path w="5419" h="1148">
                  <a:moveTo>
                    <a:pt x="120" y="0"/>
                  </a:moveTo>
                  <a:lnTo>
                    <a:pt x="0" y="685"/>
                  </a:lnTo>
                  <a:lnTo>
                    <a:pt x="5419" y="1147"/>
                  </a:lnTo>
                  <a:lnTo>
                    <a:pt x="120" y="0"/>
                  </a:lnTo>
                  <a:close/>
                </a:path>
              </a:pathLst>
            </a:custGeom>
            <a:solidFill>
              <a:schemeClr val="dk1"/>
            </a:solidFill>
            <a:ln w="0">
              <a:noFill/>
            </a:ln>
          </p:spPr>
          <p:style>
            <a:lnRef idx="0"/>
            <a:fillRef idx="0"/>
            <a:effectRef idx="0"/>
            <a:fontRef idx="minor"/>
          </p:style>
          <p:txBody>
            <a:bodyPr tIns="18360" bIns="18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4" name="Google Shape;1607;p44"/>
            <p:cNvSpPr/>
            <p:nvPr/>
          </p:nvSpPr>
          <p:spPr>
            <a:xfrm>
              <a:off x="6797520" y="4934520"/>
              <a:ext cx="435240" cy="60840"/>
            </a:xfrm>
            <a:custGeom>
              <a:avLst/>
              <a:gdLst>
                <a:gd name="textAreaLeft" fmla="*/ 0 w 435240"/>
                <a:gd name="textAreaRight" fmla="*/ 435600 w 435240"/>
                <a:gd name="textAreaTop" fmla="*/ 0 h 60840"/>
                <a:gd name="textAreaBottom" fmla="*/ 61200 h 60840"/>
              </a:gdLst>
              <a:ahLst/>
              <a:cxnLst/>
              <a:rect l="textAreaLeft" t="textAreaTop" r="textAreaRight" b="textAreaBottom"/>
              <a:pathLst>
                <a:path w="13578" h="1912">
                  <a:moveTo>
                    <a:pt x="13059" y="1"/>
                  </a:moveTo>
                  <a:lnTo>
                    <a:pt x="19" y="632"/>
                  </a:lnTo>
                  <a:lnTo>
                    <a:pt x="1" y="1435"/>
                  </a:lnTo>
                  <a:cubicBezTo>
                    <a:pt x="683" y="1800"/>
                    <a:pt x="2788" y="1912"/>
                    <a:pt x="5113" y="1912"/>
                  </a:cubicBezTo>
                  <a:cubicBezTo>
                    <a:pt x="8793" y="1912"/>
                    <a:pt x="13022" y="1631"/>
                    <a:pt x="13022" y="1631"/>
                  </a:cubicBezTo>
                  <a:cubicBezTo>
                    <a:pt x="13577" y="1096"/>
                    <a:pt x="13059" y="1"/>
                    <a:pt x="13059" y="1"/>
                  </a:cubicBezTo>
                  <a:close/>
                </a:path>
              </a:pathLst>
            </a:custGeom>
            <a:solidFill>
              <a:schemeClr val="lt1"/>
            </a:solidFill>
            <a:ln w="4150">
              <a:solidFill>
                <a:srgbClr val="000000"/>
              </a:solidFill>
              <a:miter/>
            </a:ln>
          </p:spPr>
          <p:style>
            <a:lnRef idx="0"/>
            <a:fillRef idx="0"/>
            <a:effectRef idx="0"/>
            <a:fontRef idx="minor"/>
          </p:style>
          <p:txBody>
            <a:bodyPr tIns="30600" bIns="30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5" name="Google Shape;1608;p44"/>
            <p:cNvSpPr/>
            <p:nvPr/>
          </p:nvSpPr>
          <p:spPr>
            <a:xfrm>
              <a:off x="6798240" y="4792680"/>
              <a:ext cx="417960" cy="169560"/>
            </a:xfrm>
            <a:custGeom>
              <a:avLst/>
              <a:gdLst>
                <a:gd name="textAreaLeft" fmla="*/ 0 w 417960"/>
                <a:gd name="textAreaRight" fmla="*/ 418320 w 417960"/>
                <a:gd name="textAreaTop" fmla="*/ 0 h 169560"/>
                <a:gd name="textAreaBottom" fmla="*/ 169920 h 169560"/>
              </a:gdLst>
              <a:ahLst/>
              <a:cxnLst/>
              <a:rect l="textAreaLeft" t="textAreaTop" r="textAreaRight" b="textAreaBottom"/>
              <a:pathLst>
                <a:path w="13045" h="5299">
                  <a:moveTo>
                    <a:pt x="7327" y="1"/>
                  </a:moveTo>
                  <a:cubicBezTo>
                    <a:pt x="6777" y="1"/>
                    <a:pt x="6153" y="303"/>
                    <a:pt x="5496" y="1131"/>
                  </a:cubicBezTo>
                  <a:cubicBezTo>
                    <a:pt x="4515" y="2367"/>
                    <a:pt x="2324" y="3097"/>
                    <a:pt x="1115" y="3421"/>
                  </a:cubicBezTo>
                  <a:cubicBezTo>
                    <a:pt x="598" y="3559"/>
                    <a:pt x="206" y="3980"/>
                    <a:pt x="106" y="4507"/>
                  </a:cubicBezTo>
                  <a:lnTo>
                    <a:pt x="0" y="5062"/>
                  </a:lnTo>
                  <a:cubicBezTo>
                    <a:pt x="855" y="5219"/>
                    <a:pt x="1338" y="5210"/>
                    <a:pt x="2077" y="5236"/>
                  </a:cubicBezTo>
                  <a:cubicBezTo>
                    <a:pt x="3285" y="5280"/>
                    <a:pt x="4367" y="5299"/>
                    <a:pt x="5335" y="5299"/>
                  </a:cubicBezTo>
                  <a:cubicBezTo>
                    <a:pt x="11510" y="5299"/>
                    <a:pt x="13045" y="4532"/>
                    <a:pt x="13045" y="4532"/>
                  </a:cubicBezTo>
                  <a:lnTo>
                    <a:pt x="12931" y="1444"/>
                  </a:lnTo>
                  <a:cubicBezTo>
                    <a:pt x="12931" y="1444"/>
                    <a:pt x="12803" y="1245"/>
                    <a:pt x="12521" y="1245"/>
                  </a:cubicBezTo>
                  <a:cubicBezTo>
                    <a:pt x="12318" y="1245"/>
                    <a:pt x="12035" y="1348"/>
                    <a:pt x="11663" y="1704"/>
                  </a:cubicBezTo>
                  <a:cubicBezTo>
                    <a:pt x="11256" y="1958"/>
                    <a:pt x="10908" y="2062"/>
                    <a:pt x="10602" y="2062"/>
                  </a:cubicBezTo>
                  <a:cubicBezTo>
                    <a:pt x="9840" y="2062"/>
                    <a:pt x="9338" y="1417"/>
                    <a:pt x="8835" y="821"/>
                  </a:cubicBezTo>
                  <a:cubicBezTo>
                    <a:pt x="8463" y="379"/>
                    <a:pt x="7941" y="1"/>
                    <a:pt x="7327" y="1"/>
                  </a:cubicBezTo>
                  <a:close/>
                </a:path>
              </a:pathLst>
            </a:custGeom>
            <a:solidFill>
              <a:schemeClr val="accent1"/>
            </a:solidFill>
            <a:ln w="4150">
              <a:solidFill>
                <a:srgbClr val="000000"/>
              </a:solidFill>
              <a:miter/>
            </a:ln>
          </p:spPr>
          <p:style>
            <a:lnRef idx="0"/>
            <a:fillRef idx="0"/>
            <a:effectRef idx="0"/>
            <a:fontRef idx="minor"/>
          </p:style>
          <p:txBody>
            <a:bodyPr tIns="84960" bIns="84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6" name="Google Shape;1609;p44"/>
            <p:cNvSpPr/>
            <p:nvPr/>
          </p:nvSpPr>
          <p:spPr>
            <a:xfrm>
              <a:off x="7022880" y="3487680"/>
              <a:ext cx="1335960" cy="1299960"/>
            </a:xfrm>
            <a:custGeom>
              <a:avLst/>
              <a:gdLst>
                <a:gd name="textAreaLeft" fmla="*/ 0 w 1335960"/>
                <a:gd name="textAreaRight" fmla="*/ 1336320 w 1335960"/>
                <a:gd name="textAreaTop" fmla="*/ 0 h 1299960"/>
                <a:gd name="textAreaBottom" fmla="*/ 1300320 h 1299960"/>
              </a:gdLst>
              <a:ahLst/>
              <a:cxnLst/>
              <a:rect l="textAreaLeft" t="textAreaTop" r="textAreaRight" b="textAreaBottom"/>
              <a:pathLst>
                <a:path w="41670" h="40550">
                  <a:moveTo>
                    <a:pt x="31889" y="0"/>
                  </a:moveTo>
                  <a:lnTo>
                    <a:pt x="12637" y="3936"/>
                  </a:lnTo>
                  <a:cubicBezTo>
                    <a:pt x="10737" y="4319"/>
                    <a:pt x="9372" y="4441"/>
                    <a:pt x="8200" y="5547"/>
                  </a:cubicBezTo>
                  <a:cubicBezTo>
                    <a:pt x="6909" y="6838"/>
                    <a:pt x="6683" y="8906"/>
                    <a:pt x="6276" y="10601"/>
                  </a:cubicBezTo>
                  <a:cubicBezTo>
                    <a:pt x="5763" y="12746"/>
                    <a:pt x="5561" y="14281"/>
                    <a:pt x="5060" y="16739"/>
                  </a:cubicBezTo>
                  <a:cubicBezTo>
                    <a:pt x="4492" y="19528"/>
                    <a:pt x="3704" y="22693"/>
                    <a:pt x="3156" y="25489"/>
                  </a:cubicBezTo>
                  <a:cubicBezTo>
                    <a:pt x="2194" y="30404"/>
                    <a:pt x="964" y="34384"/>
                    <a:pt x="0" y="39299"/>
                  </a:cubicBezTo>
                  <a:lnTo>
                    <a:pt x="2" y="39299"/>
                  </a:lnTo>
                  <a:lnTo>
                    <a:pt x="6583" y="40550"/>
                  </a:lnTo>
                  <a:lnTo>
                    <a:pt x="14594" y="13472"/>
                  </a:lnTo>
                  <a:lnTo>
                    <a:pt x="17106" y="14365"/>
                  </a:lnTo>
                  <a:lnTo>
                    <a:pt x="17106" y="14365"/>
                  </a:lnTo>
                  <a:lnTo>
                    <a:pt x="17051" y="14076"/>
                  </a:lnTo>
                  <a:lnTo>
                    <a:pt x="27435" y="13514"/>
                  </a:lnTo>
                  <a:lnTo>
                    <a:pt x="34707" y="13194"/>
                  </a:lnTo>
                  <a:cubicBezTo>
                    <a:pt x="41670" y="12424"/>
                    <a:pt x="32687" y="6962"/>
                    <a:pt x="31889"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7" name="Google Shape;1610;p44"/>
            <p:cNvSpPr/>
            <p:nvPr/>
          </p:nvSpPr>
          <p:spPr>
            <a:xfrm>
              <a:off x="7034760" y="4693320"/>
              <a:ext cx="215280" cy="39600"/>
            </a:xfrm>
            <a:custGeom>
              <a:avLst/>
              <a:gdLst>
                <a:gd name="textAreaLeft" fmla="*/ 0 w 215280"/>
                <a:gd name="textAreaRight" fmla="*/ 215640 w 215280"/>
                <a:gd name="textAreaTop" fmla="*/ 0 h 39600"/>
                <a:gd name="textAreaBottom" fmla="*/ 39960 h 39600"/>
              </a:gdLst>
              <a:ahLst/>
              <a:cxnLst/>
              <a:rect l="textAreaLeft" t="textAreaTop" r="textAreaRight" b="textAreaBottom"/>
              <a:pathLst>
                <a:path fill="none" w="6724" h="1250">
                  <a:moveTo>
                    <a:pt x="6724" y="1250"/>
                  </a:moveTo>
                  <a:lnTo>
                    <a:pt x="0" y="1"/>
                  </a:lnTo>
                </a:path>
              </a:pathLst>
            </a:custGeom>
            <a:noFill/>
            <a:ln w="4150">
              <a:solidFill>
                <a:srgbClr val="000000"/>
              </a:solidFill>
              <a:miter/>
            </a:ln>
          </p:spPr>
          <p:style>
            <a:lnRef idx="0"/>
            <a:fillRef idx="0"/>
            <a:effectRef idx="0"/>
            <a:fontRef idx="minor"/>
          </p:style>
          <p:txBody>
            <a:bodyPr tIns="19800" bIns="19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8" name="Google Shape;1611;p44"/>
            <p:cNvSpPr/>
            <p:nvPr/>
          </p:nvSpPr>
          <p:spPr>
            <a:xfrm>
              <a:off x="7171560" y="3890880"/>
              <a:ext cx="242640" cy="824040"/>
            </a:xfrm>
            <a:custGeom>
              <a:avLst/>
              <a:gdLst>
                <a:gd name="textAreaLeft" fmla="*/ 0 w 242640"/>
                <a:gd name="textAreaRight" fmla="*/ 243000 w 242640"/>
                <a:gd name="textAreaTop" fmla="*/ 0 h 824040"/>
                <a:gd name="textAreaBottom" fmla="*/ 824400 h 824040"/>
              </a:gdLst>
              <a:ahLst/>
              <a:cxnLst/>
              <a:rect l="textAreaLeft" t="textAreaTop" r="textAreaRight" b="textAreaBottom"/>
              <a:pathLst>
                <a:path fill="none" w="7572" h="25705">
                  <a:moveTo>
                    <a:pt x="7572" y="0"/>
                  </a:moveTo>
                  <a:lnTo>
                    <a:pt x="0" y="25705"/>
                  </a:lnTo>
                </a:path>
              </a:pathLst>
            </a:custGeom>
            <a:no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9" name="Google Shape;1612;p44"/>
            <p:cNvSpPr/>
            <p:nvPr/>
          </p:nvSpPr>
          <p:spPr>
            <a:xfrm>
              <a:off x="7634880" y="4280040"/>
              <a:ext cx="306360" cy="601560"/>
            </a:xfrm>
            <a:custGeom>
              <a:avLst/>
              <a:gdLst>
                <a:gd name="textAreaLeft" fmla="*/ 0 w 306360"/>
                <a:gd name="textAreaRight" fmla="*/ 306720 w 306360"/>
                <a:gd name="textAreaTop" fmla="*/ 0 h 601560"/>
                <a:gd name="textAreaBottom" fmla="*/ 601920 h 601560"/>
              </a:gdLst>
              <a:ahLst/>
              <a:cxnLst/>
              <a:rect l="textAreaLeft" t="textAreaTop" r="textAreaRight" b="textAreaBottom"/>
              <a:pathLst>
                <a:path w="9561" h="18771">
                  <a:moveTo>
                    <a:pt x="6303" y="1"/>
                  </a:moveTo>
                  <a:lnTo>
                    <a:pt x="0" y="2348"/>
                  </a:lnTo>
                  <a:lnTo>
                    <a:pt x="4428" y="17443"/>
                  </a:lnTo>
                  <a:lnTo>
                    <a:pt x="7314" y="18770"/>
                  </a:lnTo>
                  <a:lnTo>
                    <a:pt x="9561" y="17239"/>
                  </a:lnTo>
                  <a:lnTo>
                    <a:pt x="6303" y="1"/>
                  </a:lnTo>
                  <a:close/>
                </a:path>
              </a:pathLst>
            </a:custGeom>
            <a:solidFill>
              <a:srgbClr val="efefef"/>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0" name="Google Shape;1613;p44"/>
            <p:cNvSpPr/>
            <p:nvPr/>
          </p:nvSpPr>
          <p:spPr>
            <a:xfrm>
              <a:off x="7749360" y="4743720"/>
              <a:ext cx="174960" cy="18360"/>
            </a:xfrm>
            <a:custGeom>
              <a:avLst/>
              <a:gdLst>
                <a:gd name="textAreaLeft" fmla="*/ 0 w 174960"/>
                <a:gd name="textAreaRight" fmla="*/ 175320 w 174960"/>
                <a:gd name="textAreaTop" fmla="*/ 0 h 18360"/>
                <a:gd name="textAreaBottom" fmla="*/ 18720 h 18360"/>
              </a:gdLst>
              <a:ahLst/>
              <a:cxnLst/>
              <a:rect l="textAreaLeft" t="textAreaTop" r="textAreaRight" b="textAreaBottom"/>
              <a:pathLst>
                <a:path w="5465" h="579">
                  <a:moveTo>
                    <a:pt x="5465" y="0"/>
                  </a:moveTo>
                  <a:lnTo>
                    <a:pt x="1" y="87"/>
                  </a:lnTo>
                  <a:lnTo>
                    <a:pt x="144" y="578"/>
                  </a:lnTo>
                  <a:cubicBezTo>
                    <a:pt x="144" y="578"/>
                    <a:pt x="5301" y="3"/>
                    <a:pt x="5465" y="0"/>
                  </a:cubicBezTo>
                  <a:close/>
                </a:path>
              </a:pathLst>
            </a:custGeom>
            <a:solidFill>
              <a:schemeClr val="dk1"/>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1" name="Google Shape;1614;p44"/>
            <p:cNvSpPr/>
            <p:nvPr/>
          </p:nvSpPr>
          <p:spPr>
            <a:xfrm>
              <a:off x="7547760" y="4930200"/>
              <a:ext cx="434880" cy="60840"/>
            </a:xfrm>
            <a:custGeom>
              <a:avLst/>
              <a:gdLst>
                <a:gd name="textAreaLeft" fmla="*/ 0 w 434880"/>
                <a:gd name="textAreaRight" fmla="*/ 435240 w 434880"/>
                <a:gd name="textAreaTop" fmla="*/ 0 h 60840"/>
                <a:gd name="textAreaBottom" fmla="*/ 61200 h 60840"/>
              </a:gdLst>
              <a:ahLst/>
              <a:cxnLst/>
              <a:rect l="textAreaLeft" t="textAreaTop" r="textAreaRight" b="textAreaBottom"/>
              <a:pathLst>
                <a:path w="13576" h="1912">
                  <a:moveTo>
                    <a:pt x="13058" y="1"/>
                  </a:moveTo>
                  <a:lnTo>
                    <a:pt x="18" y="632"/>
                  </a:lnTo>
                  <a:lnTo>
                    <a:pt x="0" y="1435"/>
                  </a:lnTo>
                  <a:cubicBezTo>
                    <a:pt x="682" y="1800"/>
                    <a:pt x="2787" y="1912"/>
                    <a:pt x="5112" y="1912"/>
                  </a:cubicBezTo>
                  <a:cubicBezTo>
                    <a:pt x="8792" y="1912"/>
                    <a:pt x="13021" y="1631"/>
                    <a:pt x="13021" y="1631"/>
                  </a:cubicBezTo>
                  <a:cubicBezTo>
                    <a:pt x="13575" y="1096"/>
                    <a:pt x="13058" y="1"/>
                    <a:pt x="13058" y="1"/>
                  </a:cubicBezTo>
                  <a:close/>
                </a:path>
              </a:pathLst>
            </a:custGeom>
            <a:solidFill>
              <a:schemeClr val="lt1"/>
            </a:solidFill>
            <a:ln w="4150">
              <a:solidFill>
                <a:srgbClr val="000000"/>
              </a:solidFill>
              <a:miter/>
            </a:ln>
          </p:spPr>
          <p:style>
            <a:lnRef idx="0"/>
            <a:fillRef idx="0"/>
            <a:effectRef idx="0"/>
            <a:fontRef idx="minor"/>
          </p:style>
          <p:txBody>
            <a:bodyPr tIns="30600" bIns="30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2" name="Google Shape;1615;p44"/>
            <p:cNvSpPr/>
            <p:nvPr/>
          </p:nvSpPr>
          <p:spPr>
            <a:xfrm>
              <a:off x="7548480" y="4788360"/>
              <a:ext cx="417960" cy="169560"/>
            </a:xfrm>
            <a:custGeom>
              <a:avLst/>
              <a:gdLst>
                <a:gd name="textAreaLeft" fmla="*/ 0 w 417960"/>
                <a:gd name="textAreaRight" fmla="*/ 418320 w 417960"/>
                <a:gd name="textAreaTop" fmla="*/ 0 h 169560"/>
                <a:gd name="textAreaBottom" fmla="*/ 169920 h 169560"/>
              </a:gdLst>
              <a:ahLst/>
              <a:cxnLst/>
              <a:rect l="textAreaLeft" t="textAreaTop" r="textAreaRight" b="textAreaBottom"/>
              <a:pathLst>
                <a:path w="13045" h="5299">
                  <a:moveTo>
                    <a:pt x="7326" y="1"/>
                  </a:moveTo>
                  <a:cubicBezTo>
                    <a:pt x="6777" y="1"/>
                    <a:pt x="6153" y="303"/>
                    <a:pt x="5496" y="1132"/>
                  </a:cubicBezTo>
                  <a:cubicBezTo>
                    <a:pt x="4516" y="2367"/>
                    <a:pt x="2325" y="3097"/>
                    <a:pt x="1115" y="3421"/>
                  </a:cubicBezTo>
                  <a:cubicBezTo>
                    <a:pt x="599" y="3559"/>
                    <a:pt x="207" y="3981"/>
                    <a:pt x="107" y="4507"/>
                  </a:cubicBezTo>
                  <a:lnTo>
                    <a:pt x="1" y="5062"/>
                  </a:lnTo>
                  <a:cubicBezTo>
                    <a:pt x="855" y="5219"/>
                    <a:pt x="1339" y="5210"/>
                    <a:pt x="2077" y="5236"/>
                  </a:cubicBezTo>
                  <a:cubicBezTo>
                    <a:pt x="3285" y="5280"/>
                    <a:pt x="4367" y="5299"/>
                    <a:pt x="5335" y="5299"/>
                  </a:cubicBezTo>
                  <a:cubicBezTo>
                    <a:pt x="11510" y="5299"/>
                    <a:pt x="13044" y="4532"/>
                    <a:pt x="13044" y="4532"/>
                  </a:cubicBezTo>
                  <a:lnTo>
                    <a:pt x="12931" y="1444"/>
                  </a:lnTo>
                  <a:cubicBezTo>
                    <a:pt x="12931" y="1444"/>
                    <a:pt x="12803" y="1245"/>
                    <a:pt x="12521" y="1245"/>
                  </a:cubicBezTo>
                  <a:cubicBezTo>
                    <a:pt x="12318" y="1245"/>
                    <a:pt x="12035" y="1349"/>
                    <a:pt x="11663" y="1704"/>
                  </a:cubicBezTo>
                  <a:cubicBezTo>
                    <a:pt x="11256" y="1958"/>
                    <a:pt x="10908" y="2062"/>
                    <a:pt x="10602" y="2062"/>
                  </a:cubicBezTo>
                  <a:cubicBezTo>
                    <a:pt x="9840" y="2062"/>
                    <a:pt x="9338" y="1417"/>
                    <a:pt x="8836" y="821"/>
                  </a:cubicBezTo>
                  <a:cubicBezTo>
                    <a:pt x="8463" y="379"/>
                    <a:pt x="7941" y="1"/>
                    <a:pt x="7326" y="1"/>
                  </a:cubicBezTo>
                  <a:close/>
                </a:path>
              </a:pathLst>
            </a:custGeom>
            <a:solidFill>
              <a:schemeClr val="accent1"/>
            </a:solidFill>
            <a:ln w="4150">
              <a:solidFill>
                <a:srgbClr val="000000"/>
              </a:solidFill>
              <a:miter/>
            </a:ln>
          </p:spPr>
          <p:style>
            <a:lnRef idx="0"/>
            <a:fillRef idx="0"/>
            <a:effectRef idx="0"/>
            <a:fontRef idx="minor"/>
          </p:style>
          <p:txBody>
            <a:bodyPr tIns="84960" bIns="84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3" name="Google Shape;1616;p44"/>
            <p:cNvSpPr/>
            <p:nvPr/>
          </p:nvSpPr>
          <p:spPr>
            <a:xfrm>
              <a:off x="7403760" y="3461400"/>
              <a:ext cx="1244520" cy="498240"/>
            </a:xfrm>
            <a:custGeom>
              <a:avLst/>
              <a:gdLst>
                <a:gd name="textAreaLeft" fmla="*/ 0 w 1244520"/>
                <a:gd name="textAreaRight" fmla="*/ 1244880 w 1244520"/>
                <a:gd name="textAreaTop" fmla="*/ 0 h 498240"/>
                <a:gd name="textAreaBottom" fmla="*/ 498600 h 498240"/>
              </a:gdLst>
              <a:ahLst/>
              <a:cxnLst/>
              <a:rect l="textAreaLeft" t="textAreaTop" r="textAreaRight" b="textAreaBottom"/>
              <a:pathLst>
                <a:path w="38816" h="15543">
                  <a:moveTo>
                    <a:pt x="36453" y="0"/>
                  </a:moveTo>
                  <a:lnTo>
                    <a:pt x="6605" y="4757"/>
                  </a:lnTo>
                  <a:cubicBezTo>
                    <a:pt x="781" y="5328"/>
                    <a:pt x="0" y="8535"/>
                    <a:pt x="1321" y="14265"/>
                  </a:cubicBezTo>
                  <a:cubicBezTo>
                    <a:pt x="1417" y="14683"/>
                    <a:pt x="1535" y="15054"/>
                    <a:pt x="1633" y="15543"/>
                  </a:cubicBezTo>
                  <a:lnTo>
                    <a:pt x="22380" y="14335"/>
                  </a:lnTo>
                  <a:lnTo>
                    <a:pt x="31853" y="14015"/>
                  </a:lnTo>
                  <a:cubicBezTo>
                    <a:pt x="38815" y="13245"/>
                    <a:pt x="37250" y="6962"/>
                    <a:pt x="36452" y="1"/>
                  </a:cubicBezTo>
                  <a:lnTo>
                    <a:pt x="36453" y="0"/>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4" name="Google Shape;1617;p44"/>
            <p:cNvSpPr/>
            <p:nvPr/>
          </p:nvSpPr>
          <p:spPr>
            <a:xfrm>
              <a:off x="7450200" y="3865320"/>
              <a:ext cx="488880" cy="881280"/>
            </a:xfrm>
            <a:custGeom>
              <a:avLst/>
              <a:gdLst>
                <a:gd name="textAreaLeft" fmla="*/ 0 w 488880"/>
                <a:gd name="textAreaRight" fmla="*/ 489240 w 488880"/>
                <a:gd name="textAreaTop" fmla="*/ 0 h 881280"/>
                <a:gd name="textAreaBottom" fmla="*/ 881640 h 881280"/>
              </a:gdLst>
              <a:ahLst/>
              <a:cxnLst/>
              <a:rect l="textAreaLeft" t="textAreaTop" r="textAreaRight" b="textAreaBottom"/>
              <a:pathLst>
                <a:path w="15256" h="27487">
                  <a:moveTo>
                    <a:pt x="10118" y="1"/>
                  </a:moveTo>
                  <a:lnTo>
                    <a:pt x="0" y="2250"/>
                  </a:lnTo>
                  <a:lnTo>
                    <a:pt x="8561" y="27487"/>
                  </a:lnTo>
                  <a:lnTo>
                    <a:pt x="15256" y="27379"/>
                  </a:lnTo>
                  <a:lnTo>
                    <a:pt x="10118"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5" name="Google Shape;1618;p44"/>
            <p:cNvSpPr/>
            <p:nvPr/>
          </p:nvSpPr>
          <p:spPr>
            <a:xfrm>
              <a:off x="7376400" y="3528000"/>
              <a:ext cx="676080" cy="465480"/>
            </a:xfrm>
            <a:custGeom>
              <a:avLst/>
              <a:gdLst>
                <a:gd name="textAreaLeft" fmla="*/ 0 w 676080"/>
                <a:gd name="textAreaRight" fmla="*/ 676440 w 676080"/>
                <a:gd name="textAreaTop" fmla="*/ 0 h 465480"/>
                <a:gd name="textAreaBottom" fmla="*/ 465840 h 465480"/>
              </a:gdLst>
              <a:ahLst/>
              <a:cxnLst/>
              <a:rect l="textAreaLeft" t="textAreaTop" r="textAreaRight" b="textAreaBottom"/>
              <a:pathLst>
                <a:path fill="none" w="21097" h="14523">
                  <a:moveTo>
                    <a:pt x="2890" y="14523"/>
                  </a:moveTo>
                  <a:lnTo>
                    <a:pt x="2167" y="12191"/>
                  </a:lnTo>
                  <a:cubicBezTo>
                    <a:pt x="401" y="6519"/>
                    <a:pt x="1" y="4041"/>
                    <a:pt x="7451" y="2683"/>
                  </a:cubicBezTo>
                  <a:lnTo>
                    <a:pt x="21097" y="0"/>
                  </a:lnTo>
                </a:path>
              </a:pathLst>
            </a:custGeom>
            <a:no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6" name="Google Shape;1619;p44"/>
            <p:cNvSpPr/>
            <p:nvPr/>
          </p:nvSpPr>
          <p:spPr>
            <a:xfrm>
              <a:off x="7724520" y="3903480"/>
              <a:ext cx="63000" cy="33480"/>
            </a:xfrm>
            <a:custGeom>
              <a:avLst/>
              <a:gdLst>
                <a:gd name="textAreaLeft" fmla="*/ 0 w 63000"/>
                <a:gd name="textAreaRight" fmla="*/ 63360 w 63000"/>
                <a:gd name="textAreaTop" fmla="*/ 0 h 33480"/>
                <a:gd name="textAreaBottom" fmla="*/ 33840 h 33480"/>
              </a:gdLst>
              <a:ahLst/>
              <a:cxnLst/>
              <a:rect l="textAreaLeft" t="textAreaTop" r="textAreaRight" b="textAreaBottom"/>
              <a:pathLst>
                <a:path fill="none" w="1980" h="1055">
                  <a:moveTo>
                    <a:pt x="1979" y="1054"/>
                  </a:moveTo>
                  <a:lnTo>
                    <a:pt x="0" y="1"/>
                  </a:lnTo>
                </a:path>
              </a:pathLst>
            </a:custGeom>
            <a:noFill/>
            <a:ln w="4150">
              <a:solidFill>
                <a:srgbClr val="000000"/>
              </a:solidFill>
              <a:miter/>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7" name="Google Shape;1620;p44"/>
            <p:cNvSpPr/>
            <p:nvPr/>
          </p:nvSpPr>
          <p:spPr>
            <a:xfrm>
              <a:off x="7701840" y="4665240"/>
              <a:ext cx="222480" cy="360"/>
            </a:xfrm>
            <a:custGeom>
              <a:avLst/>
              <a:gdLst>
                <a:gd name="textAreaLeft" fmla="*/ 0 w 222480"/>
                <a:gd name="textAreaRight" fmla="*/ 222840 w 222480"/>
                <a:gd name="textAreaTop" fmla="*/ 0 h 360"/>
                <a:gd name="textAreaBottom" fmla="*/ 720 h 360"/>
              </a:gdLst>
              <a:ahLst/>
              <a:cxnLst/>
              <a:rect l="textAreaLeft" t="textAreaTop" r="textAreaRight" b="textAreaBottom"/>
              <a:pathLst>
                <a:path fill="none" w="6948" h="1">
                  <a:moveTo>
                    <a:pt x="6948" y="1"/>
                  </a:moveTo>
                  <a:lnTo>
                    <a:pt x="1" y="1"/>
                  </a:lnTo>
                </a:path>
              </a:pathLst>
            </a:custGeom>
            <a:noFill/>
            <a:ln w="4150">
              <a:solidFill>
                <a:srgbClr val="000000"/>
              </a:solidFill>
              <a:miter/>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8" name="Google Shape;1621;p44"/>
            <p:cNvSpPr/>
            <p:nvPr/>
          </p:nvSpPr>
          <p:spPr>
            <a:xfrm>
              <a:off x="7655040" y="3461400"/>
              <a:ext cx="830160" cy="1203480"/>
            </a:xfrm>
            <a:custGeom>
              <a:avLst/>
              <a:gdLst>
                <a:gd name="textAreaLeft" fmla="*/ 0 w 830160"/>
                <a:gd name="textAreaRight" fmla="*/ 830520 w 830160"/>
                <a:gd name="textAreaTop" fmla="*/ 0 h 1203480"/>
                <a:gd name="textAreaBottom" fmla="*/ 1203840 h 1203480"/>
              </a:gdLst>
              <a:ahLst/>
              <a:cxnLst/>
              <a:rect l="textAreaLeft" t="textAreaTop" r="textAreaRight" b="textAreaBottom"/>
              <a:pathLst>
                <a:path fill="none" w="25894" h="37539">
                  <a:moveTo>
                    <a:pt x="6566" y="37539"/>
                  </a:moveTo>
                  <a:lnTo>
                    <a:pt x="1446" y="15967"/>
                  </a:lnTo>
                  <a:cubicBezTo>
                    <a:pt x="1446" y="15967"/>
                    <a:pt x="0" y="10714"/>
                    <a:pt x="3128" y="10714"/>
                  </a:cubicBezTo>
                  <a:cubicBezTo>
                    <a:pt x="6840" y="10714"/>
                    <a:pt x="22370" y="9916"/>
                    <a:pt x="22370" y="9916"/>
                  </a:cubicBezTo>
                  <a:cubicBezTo>
                    <a:pt x="22370" y="9916"/>
                    <a:pt x="25893" y="10119"/>
                    <a:pt x="25246" y="4446"/>
                  </a:cubicBezTo>
                  <a:cubicBezTo>
                    <a:pt x="25210" y="4132"/>
                    <a:pt x="24556" y="351"/>
                    <a:pt x="24506" y="0"/>
                  </a:cubicBezTo>
                </a:path>
              </a:pathLst>
            </a:custGeom>
            <a:no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9" name="Google Shape;1622;p44"/>
            <p:cNvSpPr/>
            <p:nvPr/>
          </p:nvSpPr>
          <p:spPr>
            <a:xfrm>
              <a:off x="8231400" y="3560400"/>
              <a:ext cx="257040" cy="122760"/>
            </a:xfrm>
            <a:custGeom>
              <a:avLst/>
              <a:gdLst>
                <a:gd name="textAreaLeft" fmla="*/ 0 w 257040"/>
                <a:gd name="textAreaRight" fmla="*/ 257400 w 257040"/>
                <a:gd name="textAreaTop" fmla="*/ 0 h 122760"/>
                <a:gd name="textAreaBottom" fmla="*/ 123120 h 122760"/>
              </a:gdLst>
              <a:ahLst/>
              <a:cxnLst/>
              <a:rect l="textAreaLeft" t="textAreaTop" r="textAreaRight" b="textAreaBottom"/>
              <a:pathLst>
                <a:path fill="none" w="8028" h="3844">
                  <a:moveTo>
                    <a:pt x="8027" y="3843"/>
                  </a:moveTo>
                  <a:cubicBezTo>
                    <a:pt x="8027" y="3843"/>
                    <a:pt x="6376" y="847"/>
                    <a:pt x="0" y="0"/>
                  </a:cubicBezTo>
                </a:path>
              </a:pathLst>
            </a:custGeom>
            <a:noFill/>
            <a:ln w="4150">
              <a:solidFill>
                <a:srgbClr val="000000"/>
              </a:solidFill>
              <a:miter/>
            </a:ln>
          </p:spPr>
          <p:style>
            <a:lnRef idx="0"/>
            <a:fillRef idx="0"/>
            <a:effectRef idx="0"/>
            <a:fontRef idx="minor"/>
          </p:style>
          <p:txBody>
            <a:bodyPr tIns="61560" bIns="61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0" name="Google Shape;1623;p44"/>
            <p:cNvSpPr/>
            <p:nvPr/>
          </p:nvSpPr>
          <p:spPr>
            <a:xfrm>
              <a:off x="7312680" y="2484000"/>
              <a:ext cx="810000" cy="656640"/>
            </a:xfrm>
            <a:custGeom>
              <a:avLst/>
              <a:gdLst>
                <a:gd name="textAreaLeft" fmla="*/ 0 w 810000"/>
                <a:gd name="textAreaRight" fmla="*/ 810360 w 810000"/>
                <a:gd name="textAreaTop" fmla="*/ 0 h 656640"/>
                <a:gd name="textAreaBottom" fmla="*/ 657000 h 656640"/>
              </a:gdLst>
              <a:ahLst/>
              <a:cxnLst/>
              <a:rect l="textAreaLeft" t="textAreaTop" r="textAreaRight" b="textAreaBottom"/>
              <a:pathLst>
                <a:path w="25266" h="20491">
                  <a:moveTo>
                    <a:pt x="3139" y="0"/>
                  </a:moveTo>
                  <a:cubicBezTo>
                    <a:pt x="3128" y="0"/>
                    <a:pt x="3118" y="1"/>
                    <a:pt x="3107" y="2"/>
                  </a:cubicBezTo>
                  <a:cubicBezTo>
                    <a:pt x="2990" y="17"/>
                    <a:pt x="2898" y="121"/>
                    <a:pt x="2864" y="234"/>
                  </a:cubicBezTo>
                  <a:cubicBezTo>
                    <a:pt x="2829" y="347"/>
                    <a:pt x="2841" y="469"/>
                    <a:pt x="2860" y="584"/>
                  </a:cubicBezTo>
                  <a:cubicBezTo>
                    <a:pt x="2942" y="1085"/>
                    <a:pt x="3064" y="1322"/>
                    <a:pt x="3237" y="1792"/>
                  </a:cubicBezTo>
                  <a:cubicBezTo>
                    <a:pt x="3392" y="2216"/>
                    <a:pt x="3547" y="2636"/>
                    <a:pt x="3711" y="2858"/>
                  </a:cubicBezTo>
                  <a:cubicBezTo>
                    <a:pt x="3551" y="2641"/>
                    <a:pt x="3382" y="2438"/>
                    <a:pt x="3198" y="2240"/>
                  </a:cubicBezTo>
                  <a:cubicBezTo>
                    <a:pt x="2899" y="1916"/>
                    <a:pt x="2570" y="1596"/>
                    <a:pt x="2199" y="1343"/>
                  </a:cubicBezTo>
                  <a:cubicBezTo>
                    <a:pt x="1893" y="1134"/>
                    <a:pt x="1481" y="884"/>
                    <a:pt x="1085" y="884"/>
                  </a:cubicBezTo>
                  <a:cubicBezTo>
                    <a:pt x="1026" y="884"/>
                    <a:pt x="967" y="890"/>
                    <a:pt x="909" y="902"/>
                  </a:cubicBezTo>
                  <a:cubicBezTo>
                    <a:pt x="642" y="956"/>
                    <a:pt x="666" y="1259"/>
                    <a:pt x="813" y="1440"/>
                  </a:cubicBezTo>
                  <a:cubicBezTo>
                    <a:pt x="791" y="1435"/>
                    <a:pt x="767" y="1427"/>
                    <a:pt x="743" y="1422"/>
                  </a:cubicBezTo>
                  <a:cubicBezTo>
                    <a:pt x="687" y="1407"/>
                    <a:pt x="626" y="1399"/>
                    <a:pt x="566" y="1399"/>
                  </a:cubicBezTo>
                  <a:cubicBezTo>
                    <a:pt x="387" y="1399"/>
                    <a:pt x="217" y="1477"/>
                    <a:pt x="209" y="1727"/>
                  </a:cubicBezTo>
                  <a:cubicBezTo>
                    <a:pt x="205" y="1867"/>
                    <a:pt x="348" y="2000"/>
                    <a:pt x="452" y="2082"/>
                  </a:cubicBezTo>
                  <a:cubicBezTo>
                    <a:pt x="582" y="2186"/>
                    <a:pt x="711" y="2292"/>
                    <a:pt x="837" y="2402"/>
                  </a:cubicBezTo>
                  <a:cubicBezTo>
                    <a:pt x="1209" y="2730"/>
                    <a:pt x="1672" y="3113"/>
                    <a:pt x="2021" y="3738"/>
                  </a:cubicBezTo>
                  <a:cubicBezTo>
                    <a:pt x="2031" y="3755"/>
                    <a:pt x="2031" y="3763"/>
                    <a:pt x="2023" y="3763"/>
                  </a:cubicBezTo>
                  <a:cubicBezTo>
                    <a:pt x="1972" y="3763"/>
                    <a:pt x="1625" y="3468"/>
                    <a:pt x="1596" y="3445"/>
                  </a:cubicBezTo>
                  <a:cubicBezTo>
                    <a:pt x="1211" y="3138"/>
                    <a:pt x="975" y="2934"/>
                    <a:pt x="562" y="2753"/>
                  </a:cubicBezTo>
                  <a:cubicBezTo>
                    <a:pt x="477" y="2715"/>
                    <a:pt x="388" y="2684"/>
                    <a:pt x="297" y="2684"/>
                  </a:cubicBezTo>
                  <a:cubicBezTo>
                    <a:pt x="295" y="2684"/>
                    <a:pt x="293" y="2684"/>
                    <a:pt x="291" y="2684"/>
                  </a:cubicBezTo>
                  <a:cubicBezTo>
                    <a:pt x="82" y="2687"/>
                    <a:pt x="0" y="2879"/>
                    <a:pt x="58" y="3061"/>
                  </a:cubicBezTo>
                  <a:cubicBezTo>
                    <a:pt x="142" y="3327"/>
                    <a:pt x="400" y="3483"/>
                    <a:pt x="598" y="3655"/>
                  </a:cubicBezTo>
                  <a:cubicBezTo>
                    <a:pt x="905" y="3924"/>
                    <a:pt x="1211" y="4197"/>
                    <a:pt x="1483" y="4502"/>
                  </a:cubicBezTo>
                  <a:cubicBezTo>
                    <a:pt x="1738" y="4785"/>
                    <a:pt x="1888" y="4980"/>
                    <a:pt x="1976" y="5355"/>
                  </a:cubicBezTo>
                  <a:cubicBezTo>
                    <a:pt x="2088" y="5833"/>
                    <a:pt x="2218" y="6312"/>
                    <a:pt x="2433" y="6755"/>
                  </a:cubicBezTo>
                  <a:cubicBezTo>
                    <a:pt x="2704" y="7313"/>
                    <a:pt x="3125" y="7824"/>
                    <a:pt x="3693" y="8077"/>
                  </a:cubicBezTo>
                  <a:cubicBezTo>
                    <a:pt x="3982" y="8208"/>
                    <a:pt x="4095" y="8507"/>
                    <a:pt x="4236" y="8767"/>
                  </a:cubicBezTo>
                  <a:cubicBezTo>
                    <a:pt x="4434" y="9133"/>
                    <a:pt x="4657" y="9486"/>
                    <a:pt x="4882" y="9834"/>
                  </a:cubicBezTo>
                  <a:cubicBezTo>
                    <a:pt x="7129" y="13332"/>
                    <a:pt x="10355" y="15899"/>
                    <a:pt x="13891" y="18004"/>
                  </a:cubicBezTo>
                  <a:cubicBezTo>
                    <a:pt x="15615" y="19028"/>
                    <a:pt x="17626" y="20099"/>
                    <a:pt x="19612" y="20462"/>
                  </a:cubicBezTo>
                  <a:cubicBezTo>
                    <a:pt x="19718" y="20481"/>
                    <a:pt x="19822" y="20491"/>
                    <a:pt x="19924" y="20491"/>
                  </a:cubicBezTo>
                  <a:cubicBezTo>
                    <a:pt x="21226" y="20491"/>
                    <a:pt x="22180" y="18978"/>
                    <a:pt x="22657" y="17731"/>
                  </a:cubicBezTo>
                  <a:cubicBezTo>
                    <a:pt x="23277" y="16117"/>
                    <a:pt x="23565" y="14408"/>
                    <a:pt x="23918" y="12722"/>
                  </a:cubicBezTo>
                  <a:cubicBezTo>
                    <a:pt x="24037" y="12157"/>
                    <a:pt x="24249" y="11220"/>
                    <a:pt x="24447" y="10477"/>
                  </a:cubicBezTo>
                  <a:cubicBezTo>
                    <a:pt x="24785" y="9203"/>
                    <a:pt x="25190" y="7922"/>
                    <a:pt x="25259" y="6596"/>
                  </a:cubicBezTo>
                  <a:cubicBezTo>
                    <a:pt x="25266" y="6471"/>
                    <a:pt x="21198" y="4019"/>
                    <a:pt x="21198" y="4019"/>
                  </a:cubicBezTo>
                  <a:lnTo>
                    <a:pt x="18783" y="12987"/>
                  </a:lnTo>
                  <a:cubicBezTo>
                    <a:pt x="18694" y="13376"/>
                    <a:pt x="18349" y="13629"/>
                    <a:pt x="17978" y="13629"/>
                  </a:cubicBezTo>
                  <a:cubicBezTo>
                    <a:pt x="17866" y="13629"/>
                    <a:pt x="17752" y="13605"/>
                    <a:pt x="17641" y="13556"/>
                  </a:cubicBezTo>
                  <a:cubicBezTo>
                    <a:pt x="15944" y="12801"/>
                    <a:pt x="14257" y="12015"/>
                    <a:pt x="12657" y="11069"/>
                  </a:cubicBezTo>
                  <a:cubicBezTo>
                    <a:pt x="10998" y="10089"/>
                    <a:pt x="9577" y="9303"/>
                    <a:pt x="7856" y="7967"/>
                  </a:cubicBezTo>
                  <a:cubicBezTo>
                    <a:pt x="7399" y="7614"/>
                    <a:pt x="6859" y="7182"/>
                    <a:pt x="6508" y="6715"/>
                  </a:cubicBezTo>
                  <a:cubicBezTo>
                    <a:pt x="6138" y="6224"/>
                    <a:pt x="5872" y="5605"/>
                    <a:pt x="5631" y="5041"/>
                  </a:cubicBezTo>
                  <a:cubicBezTo>
                    <a:pt x="5212" y="4058"/>
                    <a:pt x="4869" y="3059"/>
                    <a:pt x="4425" y="2087"/>
                  </a:cubicBezTo>
                  <a:cubicBezTo>
                    <a:pt x="4180" y="1552"/>
                    <a:pt x="3899" y="910"/>
                    <a:pt x="3604" y="401"/>
                  </a:cubicBezTo>
                  <a:cubicBezTo>
                    <a:pt x="3564" y="332"/>
                    <a:pt x="3451" y="90"/>
                    <a:pt x="3353" y="82"/>
                  </a:cubicBezTo>
                  <a:cubicBezTo>
                    <a:pt x="3291" y="36"/>
                    <a:pt x="3216" y="0"/>
                    <a:pt x="3139" y="0"/>
                  </a:cubicBezTo>
                  <a:close/>
                </a:path>
              </a:pathLst>
            </a:custGeom>
            <a:solidFill>
              <a:srgbClr val="efefef"/>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1" name="Google Shape;1624;p44"/>
            <p:cNvSpPr/>
            <p:nvPr/>
          </p:nvSpPr>
          <p:spPr>
            <a:xfrm>
              <a:off x="7430400" y="2556360"/>
              <a:ext cx="68040" cy="132840"/>
            </a:xfrm>
            <a:custGeom>
              <a:avLst/>
              <a:gdLst>
                <a:gd name="textAreaLeft" fmla="*/ 0 w 68040"/>
                <a:gd name="textAreaRight" fmla="*/ 68400 w 68040"/>
                <a:gd name="textAreaTop" fmla="*/ 0 h 132840"/>
                <a:gd name="textAreaBottom" fmla="*/ 133200 h 132840"/>
              </a:gdLst>
              <a:ahLst/>
              <a:cxnLst/>
              <a:rect l="textAreaLeft" t="textAreaTop" r="textAreaRight" b="textAreaBottom"/>
              <a:pathLst>
                <a:path w="2129" h="4148">
                  <a:moveTo>
                    <a:pt x="976" y="0"/>
                  </a:moveTo>
                  <a:cubicBezTo>
                    <a:pt x="969" y="0"/>
                    <a:pt x="961" y="1"/>
                    <a:pt x="953" y="2"/>
                  </a:cubicBezTo>
                  <a:cubicBezTo>
                    <a:pt x="718" y="27"/>
                    <a:pt x="657" y="503"/>
                    <a:pt x="634" y="690"/>
                  </a:cubicBezTo>
                  <a:cubicBezTo>
                    <a:pt x="597" y="993"/>
                    <a:pt x="630" y="1305"/>
                    <a:pt x="708" y="1600"/>
                  </a:cubicBezTo>
                  <a:cubicBezTo>
                    <a:pt x="746" y="1740"/>
                    <a:pt x="647" y="1772"/>
                    <a:pt x="557" y="1869"/>
                  </a:cubicBezTo>
                  <a:cubicBezTo>
                    <a:pt x="473" y="1959"/>
                    <a:pt x="399" y="2057"/>
                    <a:pt x="334" y="2162"/>
                  </a:cubicBezTo>
                  <a:cubicBezTo>
                    <a:pt x="203" y="2371"/>
                    <a:pt x="114" y="2606"/>
                    <a:pt x="73" y="2848"/>
                  </a:cubicBezTo>
                  <a:cubicBezTo>
                    <a:pt x="0" y="3293"/>
                    <a:pt x="95" y="3764"/>
                    <a:pt x="332" y="4148"/>
                  </a:cubicBezTo>
                  <a:lnTo>
                    <a:pt x="2129" y="3163"/>
                  </a:lnTo>
                  <a:cubicBezTo>
                    <a:pt x="1942" y="2659"/>
                    <a:pt x="1785" y="2174"/>
                    <a:pt x="1700" y="1750"/>
                  </a:cubicBezTo>
                  <a:cubicBezTo>
                    <a:pt x="1648" y="1497"/>
                    <a:pt x="1551" y="1255"/>
                    <a:pt x="1479" y="1005"/>
                  </a:cubicBezTo>
                  <a:cubicBezTo>
                    <a:pt x="1421" y="798"/>
                    <a:pt x="1354" y="592"/>
                    <a:pt x="1281" y="390"/>
                  </a:cubicBezTo>
                  <a:cubicBezTo>
                    <a:pt x="1230" y="249"/>
                    <a:pt x="1165" y="0"/>
                    <a:pt x="976" y="0"/>
                  </a:cubicBezTo>
                  <a:close/>
                </a:path>
              </a:pathLst>
            </a:custGeom>
            <a:solidFill>
              <a:srgbClr val="f2f2f2"/>
            </a:solidFill>
            <a:ln w="0">
              <a:noFill/>
            </a:ln>
          </p:spPr>
          <p:style>
            <a:lnRef idx="0"/>
            <a:fillRef idx="0"/>
            <a:effectRef idx="0"/>
            <a:fontRef idx="minor"/>
          </p:style>
          <p:txBody>
            <a:bodyPr tIns="66600" bIns="66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2" name="Google Shape;1625;p44"/>
            <p:cNvSpPr/>
            <p:nvPr/>
          </p:nvSpPr>
          <p:spPr>
            <a:xfrm>
              <a:off x="7430400" y="2555640"/>
              <a:ext cx="68040" cy="133200"/>
            </a:xfrm>
            <a:custGeom>
              <a:avLst/>
              <a:gdLst>
                <a:gd name="textAreaLeft" fmla="*/ 0 w 68040"/>
                <a:gd name="textAreaRight" fmla="*/ 68400 w 68040"/>
                <a:gd name="textAreaTop" fmla="*/ 0 h 133200"/>
                <a:gd name="textAreaBottom" fmla="*/ 133560 h 133200"/>
              </a:gdLst>
              <a:ahLst/>
              <a:cxnLst/>
              <a:rect l="textAreaLeft" t="textAreaTop" r="textAreaRight" b="textAreaBottom"/>
              <a:pathLst>
                <a:path fill="none" w="2129" h="4168">
                  <a:moveTo>
                    <a:pt x="332" y="4168"/>
                  </a:moveTo>
                  <a:cubicBezTo>
                    <a:pt x="95" y="3784"/>
                    <a:pt x="0" y="3313"/>
                    <a:pt x="73" y="2868"/>
                  </a:cubicBezTo>
                  <a:cubicBezTo>
                    <a:pt x="114" y="2626"/>
                    <a:pt x="203" y="2391"/>
                    <a:pt x="334" y="2182"/>
                  </a:cubicBezTo>
                  <a:cubicBezTo>
                    <a:pt x="399" y="2077"/>
                    <a:pt x="473" y="1979"/>
                    <a:pt x="557" y="1889"/>
                  </a:cubicBezTo>
                  <a:cubicBezTo>
                    <a:pt x="647" y="1792"/>
                    <a:pt x="746" y="1760"/>
                    <a:pt x="708" y="1620"/>
                  </a:cubicBezTo>
                  <a:cubicBezTo>
                    <a:pt x="630" y="1325"/>
                    <a:pt x="597" y="1013"/>
                    <a:pt x="634" y="710"/>
                  </a:cubicBezTo>
                  <a:cubicBezTo>
                    <a:pt x="657" y="523"/>
                    <a:pt x="718" y="47"/>
                    <a:pt x="953" y="22"/>
                  </a:cubicBezTo>
                  <a:cubicBezTo>
                    <a:pt x="1160" y="0"/>
                    <a:pt x="1228" y="264"/>
                    <a:pt x="1281" y="410"/>
                  </a:cubicBezTo>
                  <a:cubicBezTo>
                    <a:pt x="1354" y="612"/>
                    <a:pt x="1421" y="818"/>
                    <a:pt x="1479" y="1025"/>
                  </a:cubicBezTo>
                  <a:cubicBezTo>
                    <a:pt x="1551" y="1275"/>
                    <a:pt x="1648" y="1517"/>
                    <a:pt x="1700" y="1770"/>
                  </a:cubicBezTo>
                  <a:cubicBezTo>
                    <a:pt x="1785" y="2194"/>
                    <a:pt x="1942" y="2679"/>
                    <a:pt x="2129" y="3183"/>
                  </a:cubicBezTo>
                </a:path>
              </a:pathLst>
            </a:custGeom>
            <a:solidFill>
              <a:srgbClr val="9fa0a4"/>
            </a:solidFill>
            <a:ln w="4150">
              <a:solidFill>
                <a:srgbClr val="000000"/>
              </a:solidFill>
              <a:miter/>
            </a:ln>
          </p:spPr>
          <p:style>
            <a:lnRef idx="0"/>
            <a:fillRef idx="0"/>
            <a:effectRef idx="0"/>
            <a:fontRef idx="minor"/>
          </p:style>
          <p:txBody>
            <a:bodyPr tIns="66600" bIns="66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3" name="Google Shape;1626;p44"/>
            <p:cNvSpPr/>
            <p:nvPr/>
          </p:nvSpPr>
          <p:spPr>
            <a:xfrm>
              <a:off x="7338600" y="2530080"/>
              <a:ext cx="65880" cy="64800"/>
            </a:xfrm>
            <a:custGeom>
              <a:avLst/>
              <a:gdLst>
                <a:gd name="textAreaLeft" fmla="*/ 0 w 65880"/>
                <a:gd name="textAreaRight" fmla="*/ 66240 w 65880"/>
                <a:gd name="textAreaTop" fmla="*/ 0 h 64800"/>
                <a:gd name="textAreaBottom" fmla="*/ 65160 h 64800"/>
              </a:gdLst>
              <a:ahLst/>
              <a:cxnLst/>
              <a:rect l="textAreaLeft" t="textAreaTop" r="textAreaRight" b="textAreaBottom"/>
              <a:pathLst>
                <a:path w="2060" h="2027">
                  <a:moveTo>
                    <a:pt x="0" y="0"/>
                  </a:moveTo>
                  <a:lnTo>
                    <a:pt x="2060" y="2027"/>
                  </a:lnTo>
                  <a:cubicBezTo>
                    <a:pt x="1256" y="888"/>
                    <a:pt x="1" y="0"/>
                    <a:pt x="0" y="0"/>
                  </a:cubicBezTo>
                  <a:close/>
                </a:path>
              </a:pathLst>
            </a:custGeom>
            <a:solidFill>
              <a:srgbClr val="ffffff"/>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4" name="Google Shape;1627;p44"/>
            <p:cNvSpPr/>
            <p:nvPr/>
          </p:nvSpPr>
          <p:spPr>
            <a:xfrm>
              <a:off x="7338600" y="2530080"/>
              <a:ext cx="65880" cy="64800"/>
            </a:xfrm>
            <a:custGeom>
              <a:avLst/>
              <a:gdLst>
                <a:gd name="textAreaLeft" fmla="*/ 0 w 65880"/>
                <a:gd name="textAreaRight" fmla="*/ 66240 w 65880"/>
                <a:gd name="textAreaTop" fmla="*/ 0 h 64800"/>
                <a:gd name="textAreaBottom" fmla="*/ 65160 h 64800"/>
              </a:gdLst>
              <a:ahLst/>
              <a:cxnLst/>
              <a:rect l="textAreaLeft" t="textAreaTop" r="textAreaRight" b="textAreaBottom"/>
              <a:pathLst>
                <a:path fill="none" w="2060" h="2027">
                  <a:moveTo>
                    <a:pt x="0" y="0"/>
                  </a:moveTo>
                  <a:cubicBezTo>
                    <a:pt x="0" y="0"/>
                    <a:pt x="1256" y="888"/>
                    <a:pt x="2060" y="2027"/>
                  </a:cubicBezTo>
                </a:path>
              </a:pathLst>
            </a:custGeom>
            <a:noFill/>
            <a:ln w="4150">
              <a:solidFill>
                <a:srgbClr val="000000"/>
              </a:solidFill>
              <a:miter/>
            </a:ln>
          </p:spPr>
          <p:style>
            <a:lnRef idx="0"/>
            <a:fillRef idx="0"/>
            <a:effectRef idx="0"/>
            <a:fontRef idx="minor"/>
          </p:style>
          <p:txBody>
            <a:bodyPr tIns="32400" bIns="32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5" name="Google Shape;1628;p44"/>
            <p:cNvSpPr/>
            <p:nvPr/>
          </p:nvSpPr>
          <p:spPr>
            <a:xfrm>
              <a:off x="7901640" y="2918880"/>
              <a:ext cx="51840" cy="55440"/>
            </a:xfrm>
            <a:custGeom>
              <a:avLst/>
              <a:gdLst>
                <a:gd name="textAreaLeft" fmla="*/ 0 w 51840"/>
                <a:gd name="textAreaRight" fmla="*/ 52200 w 51840"/>
                <a:gd name="textAreaTop" fmla="*/ 0 h 55440"/>
                <a:gd name="textAreaBottom" fmla="*/ 55800 h 55440"/>
              </a:gdLst>
              <a:ahLst/>
              <a:cxnLst/>
              <a:rect l="textAreaLeft" t="textAreaTop" r="textAreaRight" b="textAreaBottom"/>
              <a:pathLst>
                <a:path fill="none" w="1625" h="1745">
                  <a:moveTo>
                    <a:pt x="0" y="0"/>
                  </a:moveTo>
                  <a:cubicBezTo>
                    <a:pt x="620" y="655"/>
                    <a:pt x="1624" y="1745"/>
                    <a:pt x="1624" y="1745"/>
                  </a:cubicBezTo>
                </a:path>
              </a:pathLst>
            </a:custGeom>
            <a:noFill/>
            <a:ln w="4150">
              <a:solidFill>
                <a:srgbClr val="000000"/>
              </a:solidFill>
              <a:miter/>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6" name="Google Shape;1629;p44"/>
            <p:cNvSpPr/>
            <p:nvPr/>
          </p:nvSpPr>
          <p:spPr>
            <a:xfrm>
              <a:off x="8002800" y="2453400"/>
              <a:ext cx="391320" cy="425880"/>
            </a:xfrm>
            <a:custGeom>
              <a:avLst/>
              <a:gdLst>
                <a:gd name="textAreaLeft" fmla="*/ 0 w 391320"/>
                <a:gd name="textAreaRight" fmla="*/ 391680 w 391320"/>
                <a:gd name="textAreaTop" fmla="*/ 0 h 425880"/>
                <a:gd name="textAreaBottom" fmla="*/ 426240 h 425880"/>
              </a:gdLst>
              <a:ahLst/>
              <a:cxnLst/>
              <a:rect l="textAreaLeft" t="textAreaTop" r="textAreaRight" b="textAreaBottom"/>
              <a:pathLst>
                <a:path w="12214" h="13292">
                  <a:moveTo>
                    <a:pt x="7938" y="0"/>
                  </a:moveTo>
                  <a:cubicBezTo>
                    <a:pt x="6572" y="0"/>
                    <a:pt x="5062" y="155"/>
                    <a:pt x="3701" y="646"/>
                  </a:cubicBezTo>
                  <a:cubicBezTo>
                    <a:pt x="1" y="1981"/>
                    <a:pt x="456" y="12953"/>
                    <a:pt x="456" y="12953"/>
                  </a:cubicBezTo>
                  <a:lnTo>
                    <a:pt x="11988" y="13292"/>
                  </a:lnTo>
                  <a:lnTo>
                    <a:pt x="12213" y="460"/>
                  </a:lnTo>
                  <a:cubicBezTo>
                    <a:pt x="12213" y="460"/>
                    <a:pt x="10289" y="0"/>
                    <a:pt x="7938"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7" name="Google Shape;1630;p44"/>
            <p:cNvSpPr/>
            <p:nvPr/>
          </p:nvSpPr>
          <p:spPr>
            <a:xfrm>
              <a:off x="8017200" y="2709000"/>
              <a:ext cx="566280" cy="818640"/>
            </a:xfrm>
            <a:custGeom>
              <a:avLst/>
              <a:gdLst>
                <a:gd name="textAreaLeft" fmla="*/ 0 w 566280"/>
                <a:gd name="textAreaRight" fmla="*/ 566640 w 566280"/>
                <a:gd name="textAreaTop" fmla="*/ 0 h 818640"/>
                <a:gd name="textAreaBottom" fmla="*/ 819000 h 818640"/>
              </a:gdLst>
              <a:ahLst/>
              <a:cxnLst/>
              <a:rect l="textAreaLeft" t="textAreaTop" r="textAreaRight" b="textAreaBottom"/>
              <a:pathLst>
                <a:path w="17670" h="25537">
                  <a:moveTo>
                    <a:pt x="15072" y="0"/>
                  </a:moveTo>
                  <a:lnTo>
                    <a:pt x="0" y="4330"/>
                  </a:lnTo>
                  <a:lnTo>
                    <a:pt x="4318" y="11307"/>
                  </a:lnTo>
                  <a:cubicBezTo>
                    <a:pt x="4302" y="11372"/>
                    <a:pt x="4284" y="11437"/>
                    <a:pt x="4268" y="11501"/>
                  </a:cubicBezTo>
                  <a:cubicBezTo>
                    <a:pt x="3183" y="15756"/>
                    <a:pt x="2098" y="20009"/>
                    <a:pt x="1014" y="24263"/>
                  </a:cubicBezTo>
                  <a:cubicBezTo>
                    <a:pt x="934" y="24574"/>
                    <a:pt x="5115" y="25139"/>
                    <a:pt x="5462" y="25184"/>
                  </a:cubicBezTo>
                  <a:cubicBezTo>
                    <a:pt x="7055" y="25390"/>
                    <a:pt x="8628" y="25537"/>
                    <a:pt x="10210" y="25537"/>
                  </a:cubicBezTo>
                  <a:cubicBezTo>
                    <a:pt x="11134" y="25537"/>
                    <a:pt x="12060" y="25487"/>
                    <a:pt x="12996" y="25370"/>
                  </a:cubicBezTo>
                  <a:cubicBezTo>
                    <a:pt x="13351" y="25326"/>
                    <a:pt x="17669" y="24619"/>
                    <a:pt x="17657" y="24284"/>
                  </a:cubicBezTo>
                  <a:cubicBezTo>
                    <a:pt x="17656" y="24267"/>
                    <a:pt x="16467" y="14704"/>
                    <a:pt x="15642" y="8541"/>
                  </a:cubicBezTo>
                  <a:cubicBezTo>
                    <a:pt x="15848" y="3835"/>
                    <a:pt x="15072" y="0"/>
                    <a:pt x="15072"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8" name="Google Shape;1631;p44"/>
            <p:cNvSpPr/>
            <p:nvPr/>
          </p:nvSpPr>
          <p:spPr>
            <a:xfrm>
              <a:off x="7909560" y="2709000"/>
              <a:ext cx="305280" cy="589320"/>
            </a:xfrm>
            <a:custGeom>
              <a:avLst/>
              <a:gdLst>
                <a:gd name="textAreaLeft" fmla="*/ 0 w 305280"/>
                <a:gd name="textAreaRight" fmla="*/ 305640 w 305280"/>
                <a:gd name="textAreaTop" fmla="*/ 0 h 589320"/>
                <a:gd name="textAreaBottom" fmla="*/ 589680 h 589320"/>
              </a:gdLst>
              <a:ahLst/>
              <a:cxnLst/>
              <a:rect l="textAreaLeft" t="textAreaTop" r="textAreaRight" b="textAreaBottom"/>
              <a:pathLst>
                <a:path w="9536" h="18391">
                  <a:moveTo>
                    <a:pt x="3286" y="0"/>
                  </a:moveTo>
                  <a:cubicBezTo>
                    <a:pt x="0" y="5321"/>
                    <a:pt x="4034" y="5665"/>
                    <a:pt x="4034" y="5665"/>
                  </a:cubicBezTo>
                  <a:cubicBezTo>
                    <a:pt x="4034" y="5665"/>
                    <a:pt x="4034" y="8727"/>
                    <a:pt x="5164" y="13441"/>
                  </a:cubicBezTo>
                  <a:cubicBezTo>
                    <a:pt x="5164" y="13441"/>
                    <a:pt x="4927" y="15615"/>
                    <a:pt x="5015" y="18391"/>
                  </a:cubicBezTo>
                  <a:lnTo>
                    <a:pt x="9536" y="16539"/>
                  </a:lnTo>
                  <a:lnTo>
                    <a:pt x="8996" y="0"/>
                  </a:lnTo>
                  <a:close/>
                </a:path>
              </a:pathLst>
            </a:custGeom>
            <a:solidFill>
              <a:srgbClr val="00000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9" name="Google Shape;1632;p44"/>
            <p:cNvSpPr/>
            <p:nvPr/>
          </p:nvSpPr>
          <p:spPr>
            <a:xfrm>
              <a:off x="8339400" y="2468160"/>
              <a:ext cx="227160" cy="326520"/>
            </a:xfrm>
            <a:custGeom>
              <a:avLst/>
              <a:gdLst>
                <a:gd name="textAreaLeft" fmla="*/ 0 w 227160"/>
                <a:gd name="textAreaRight" fmla="*/ 227520 w 227160"/>
                <a:gd name="textAreaTop" fmla="*/ 0 h 326520"/>
                <a:gd name="textAreaBottom" fmla="*/ 326880 h 326520"/>
              </a:gdLst>
              <a:ahLst/>
              <a:cxnLst/>
              <a:rect l="textAreaLeft" t="textAreaTop" r="textAreaRight" b="textAreaBottom"/>
              <a:pathLst>
                <a:path w="7096" h="10189">
                  <a:moveTo>
                    <a:pt x="1717" y="1"/>
                  </a:moveTo>
                  <a:lnTo>
                    <a:pt x="1" y="10189"/>
                  </a:lnTo>
                  <a:lnTo>
                    <a:pt x="7095" y="7512"/>
                  </a:lnTo>
                  <a:cubicBezTo>
                    <a:pt x="5275" y="623"/>
                    <a:pt x="1717" y="1"/>
                    <a:pt x="1717"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0" name="Google Shape;1633;p44"/>
            <p:cNvSpPr/>
            <p:nvPr/>
          </p:nvSpPr>
          <p:spPr>
            <a:xfrm>
              <a:off x="7931520" y="2473920"/>
              <a:ext cx="189720" cy="344160"/>
            </a:xfrm>
            <a:custGeom>
              <a:avLst/>
              <a:gdLst>
                <a:gd name="textAreaLeft" fmla="*/ 0 w 189720"/>
                <a:gd name="textAreaRight" fmla="*/ 190080 w 189720"/>
                <a:gd name="textAreaTop" fmla="*/ 0 h 344160"/>
                <a:gd name="textAreaBottom" fmla="*/ 344520 h 344160"/>
              </a:gdLst>
              <a:ahLst/>
              <a:cxnLst/>
              <a:rect l="textAreaLeft" t="textAreaTop" r="textAreaRight" b="textAreaBottom"/>
              <a:pathLst>
                <a:path w="5922" h="10746">
                  <a:moveTo>
                    <a:pt x="5921" y="1"/>
                  </a:moveTo>
                  <a:lnTo>
                    <a:pt x="5921" y="1"/>
                  </a:lnTo>
                  <a:cubicBezTo>
                    <a:pt x="5921" y="1"/>
                    <a:pt x="2369" y="1"/>
                    <a:pt x="0" y="7858"/>
                  </a:cubicBezTo>
                  <a:lnTo>
                    <a:pt x="5807" y="10745"/>
                  </a:lnTo>
                  <a:lnTo>
                    <a:pt x="5921" y="1"/>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1" name="Google Shape;1634;p44"/>
            <p:cNvSpPr/>
            <p:nvPr/>
          </p:nvSpPr>
          <p:spPr>
            <a:xfrm>
              <a:off x="7909560" y="2709000"/>
              <a:ext cx="128880" cy="181440"/>
            </a:xfrm>
            <a:custGeom>
              <a:avLst/>
              <a:gdLst>
                <a:gd name="textAreaLeft" fmla="*/ 0 w 128880"/>
                <a:gd name="textAreaRight" fmla="*/ 129240 w 128880"/>
                <a:gd name="textAreaTop" fmla="*/ 0 h 181440"/>
                <a:gd name="textAreaBottom" fmla="*/ 181800 h 181440"/>
              </a:gdLst>
              <a:ahLst/>
              <a:cxnLst/>
              <a:rect l="textAreaLeft" t="textAreaTop" r="textAreaRight" b="textAreaBottom"/>
              <a:pathLst>
                <a:path w="4035" h="5666">
                  <a:moveTo>
                    <a:pt x="3286" y="0"/>
                  </a:moveTo>
                  <a:cubicBezTo>
                    <a:pt x="0" y="5321"/>
                    <a:pt x="4034" y="5665"/>
                    <a:pt x="4034" y="5665"/>
                  </a:cubicBezTo>
                  <a:lnTo>
                    <a:pt x="3286" y="0"/>
                  </a:lnTo>
                  <a:close/>
                </a:path>
              </a:pathLst>
            </a:custGeom>
            <a:solidFill>
              <a:schemeClr val="dk1"/>
            </a:solidFill>
            <a:ln w="0">
              <a:noFill/>
            </a:ln>
          </p:spPr>
          <p:style>
            <a:lnRef idx="0"/>
            <a:fillRef idx="0"/>
            <a:effectRef idx="0"/>
            <a:fontRef idx="minor"/>
          </p:style>
          <p:txBody>
            <a:bodyPr tIns="90720" bIns="90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2" name="Google Shape;1635;p44"/>
            <p:cNvSpPr/>
            <p:nvPr/>
          </p:nvSpPr>
          <p:spPr>
            <a:xfrm>
              <a:off x="8176680" y="2828160"/>
              <a:ext cx="130320" cy="69840"/>
            </a:xfrm>
            <a:custGeom>
              <a:avLst/>
              <a:gdLst>
                <a:gd name="textAreaLeft" fmla="*/ 0 w 130320"/>
                <a:gd name="textAreaRight" fmla="*/ 130680 w 130320"/>
                <a:gd name="textAreaTop" fmla="*/ 0 h 69840"/>
                <a:gd name="textAreaBottom" fmla="*/ 70200 h 69840"/>
              </a:gdLst>
              <a:ahLst/>
              <a:cxnLst/>
              <a:rect l="textAreaLeft" t="textAreaTop" r="textAreaRight" b="textAreaBottom"/>
              <a:pathLst>
                <a:path fill="none" w="4074" h="2188">
                  <a:moveTo>
                    <a:pt x="1" y="1373"/>
                  </a:moveTo>
                  <a:cubicBezTo>
                    <a:pt x="1" y="1373"/>
                    <a:pt x="2685" y="2188"/>
                    <a:pt x="4073" y="1"/>
                  </a:cubicBezTo>
                </a:path>
              </a:pathLst>
            </a:custGeom>
            <a:noFill/>
            <a:ln w="4150">
              <a:solidFill>
                <a:srgbClr val="ffffff"/>
              </a:solidFill>
              <a:miter/>
            </a:ln>
          </p:spPr>
          <p:style>
            <a:lnRef idx="0"/>
            <a:fillRef idx="0"/>
            <a:effectRef idx="0"/>
            <a:fontRef idx="minor"/>
          </p:style>
          <p:txBody>
            <a:bodyPr tIns="34920" bIns="34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3" name="Google Shape;1636;p44"/>
            <p:cNvSpPr/>
            <p:nvPr/>
          </p:nvSpPr>
          <p:spPr>
            <a:xfrm>
              <a:off x="7996680" y="2575080"/>
              <a:ext cx="76320" cy="166320"/>
            </a:xfrm>
            <a:custGeom>
              <a:avLst/>
              <a:gdLst>
                <a:gd name="textAreaLeft" fmla="*/ 0 w 76320"/>
                <a:gd name="textAreaRight" fmla="*/ 76680 w 76320"/>
                <a:gd name="textAreaTop" fmla="*/ 0 h 166320"/>
                <a:gd name="textAreaBottom" fmla="*/ 166680 h 166320"/>
              </a:gdLst>
              <a:ahLst/>
              <a:cxnLst/>
              <a:rect l="textAreaLeft" t="textAreaTop" r="textAreaRight" b="textAreaBottom"/>
              <a:pathLst>
                <a:path fill="none" w="2388" h="5193">
                  <a:moveTo>
                    <a:pt x="2387" y="0"/>
                  </a:moveTo>
                  <a:lnTo>
                    <a:pt x="1" y="5193"/>
                  </a:lnTo>
                </a:path>
              </a:pathLst>
            </a:custGeom>
            <a:noFill/>
            <a:ln w="4150">
              <a:solidFill>
                <a:srgbClr val="ffffff"/>
              </a:solidFill>
              <a:miter/>
            </a:ln>
          </p:spPr>
          <p:style>
            <a:lnRef idx="0"/>
            <a:fillRef idx="0"/>
            <a:effectRef idx="0"/>
            <a:fontRef idx="minor"/>
          </p:style>
          <p:txBody>
            <a:bodyPr tIns="83160" bIns="83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4" name="Google Shape;1637;p44"/>
            <p:cNvSpPr/>
            <p:nvPr/>
          </p:nvSpPr>
          <p:spPr>
            <a:xfrm>
              <a:off x="8321400" y="2658240"/>
              <a:ext cx="20520" cy="141120"/>
            </a:xfrm>
            <a:custGeom>
              <a:avLst/>
              <a:gdLst>
                <a:gd name="textAreaLeft" fmla="*/ 0 w 20520"/>
                <a:gd name="textAreaRight" fmla="*/ 20880 w 20520"/>
                <a:gd name="textAreaTop" fmla="*/ 0 h 141120"/>
                <a:gd name="textAreaBottom" fmla="*/ 141480 h 141120"/>
              </a:gdLst>
              <a:ahLst/>
              <a:cxnLst/>
              <a:rect l="textAreaLeft" t="textAreaTop" r="textAreaRight" b="textAreaBottom"/>
              <a:pathLst>
                <a:path fill="none" w="647" h="4414">
                  <a:moveTo>
                    <a:pt x="1" y="0"/>
                  </a:moveTo>
                  <a:lnTo>
                    <a:pt x="308" y="4413"/>
                  </a:lnTo>
                  <a:lnTo>
                    <a:pt x="646" y="4257"/>
                  </a:lnTo>
                </a:path>
              </a:pathLst>
            </a:custGeom>
            <a:noFill/>
            <a:ln w="4150">
              <a:solidFill>
                <a:srgbClr val="ffffff"/>
              </a:solidFill>
              <a:miter/>
            </a:ln>
          </p:spPr>
          <p:style>
            <a:lnRef idx="0"/>
            <a:fillRef idx="0"/>
            <a:effectRef idx="0"/>
            <a:fontRef idx="minor"/>
          </p:style>
          <p:txBody>
            <a:bodyPr tIns="70560" bIns="70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5" name="Google Shape;1638;p44"/>
            <p:cNvSpPr/>
            <p:nvPr/>
          </p:nvSpPr>
          <p:spPr>
            <a:xfrm>
              <a:off x="8198640" y="2159640"/>
              <a:ext cx="155520" cy="277200"/>
            </a:xfrm>
            <a:custGeom>
              <a:avLst/>
              <a:gdLst>
                <a:gd name="textAreaLeft" fmla="*/ 0 w 155520"/>
                <a:gd name="textAreaRight" fmla="*/ 155880 w 155520"/>
                <a:gd name="textAreaTop" fmla="*/ 0 h 277200"/>
                <a:gd name="textAreaBottom" fmla="*/ 277560 h 277200"/>
              </a:gdLst>
              <a:ahLst/>
              <a:cxnLst/>
              <a:rect l="textAreaLeft" t="textAreaTop" r="textAreaRight" b="textAreaBottom"/>
              <a:pathLst>
                <a:path w="4857" h="8657">
                  <a:moveTo>
                    <a:pt x="1" y="1"/>
                  </a:moveTo>
                  <a:lnTo>
                    <a:pt x="1" y="8649"/>
                  </a:lnTo>
                  <a:cubicBezTo>
                    <a:pt x="1" y="8649"/>
                    <a:pt x="1747" y="8656"/>
                    <a:pt x="3186" y="8656"/>
                  </a:cubicBezTo>
                  <a:cubicBezTo>
                    <a:pt x="3905" y="8656"/>
                    <a:pt x="4548" y="8654"/>
                    <a:pt x="4856" y="8649"/>
                  </a:cubicBezTo>
                  <a:cubicBezTo>
                    <a:pt x="3320" y="6578"/>
                    <a:pt x="3582" y="944"/>
                    <a:pt x="3582" y="944"/>
                  </a:cubicBezTo>
                  <a:lnTo>
                    <a:pt x="1" y="1"/>
                  </a:ln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6" name="Google Shape;1639;p44"/>
            <p:cNvSpPr/>
            <p:nvPr/>
          </p:nvSpPr>
          <p:spPr>
            <a:xfrm>
              <a:off x="8242560" y="2175840"/>
              <a:ext cx="128160" cy="186480"/>
            </a:xfrm>
            <a:custGeom>
              <a:avLst/>
              <a:gdLst>
                <a:gd name="textAreaLeft" fmla="*/ 0 w 128160"/>
                <a:gd name="textAreaRight" fmla="*/ 128520 w 128160"/>
                <a:gd name="textAreaTop" fmla="*/ 0 h 186480"/>
                <a:gd name="textAreaBottom" fmla="*/ 186840 h 186480"/>
              </a:gdLst>
              <a:ahLst/>
              <a:cxnLst/>
              <a:rect l="textAreaLeft" t="textAreaTop" r="textAreaRight" b="textAreaBottom"/>
              <a:pathLst>
                <a:path w="4012" h="5829">
                  <a:moveTo>
                    <a:pt x="92" y="1"/>
                  </a:moveTo>
                  <a:lnTo>
                    <a:pt x="0" y="2693"/>
                  </a:lnTo>
                  <a:lnTo>
                    <a:pt x="399" y="5829"/>
                  </a:lnTo>
                  <a:cubicBezTo>
                    <a:pt x="4012" y="2899"/>
                    <a:pt x="1127" y="705"/>
                    <a:pt x="1127" y="705"/>
                  </a:cubicBezTo>
                  <a:lnTo>
                    <a:pt x="92" y="1"/>
                  </a:lnTo>
                  <a:close/>
                </a:path>
              </a:pathLst>
            </a:custGeom>
            <a:solidFill>
              <a:srgbClr val="2c26d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7" name="Google Shape;1640;p44"/>
            <p:cNvSpPr/>
            <p:nvPr/>
          </p:nvSpPr>
          <p:spPr>
            <a:xfrm>
              <a:off x="8035200" y="2153520"/>
              <a:ext cx="253800" cy="372240"/>
            </a:xfrm>
            <a:custGeom>
              <a:avLst/>
              <a:gdLst>
                <a:gd name="textAreaLeft" fmla="*/ 0 w 253800"/>
                <a:gd name="textAreaRight" fmla="*/ 254160 w 253800"/>
                <a:gd name="textAreaTop" fmla="*/ 0 h 372240"/>
                <a:gd name="textAreaBottom" fmla="*/ 372600 h 372240"/>
              </a:gdLst>
              <a:ahLst/>
              <a:cxnLst/>
              <a:rect l="textAreaLeft" t="textAreaTop" r="textAreaRight" b="textAreaBottom"/>
              <a:pathLst>
                <a:path w="7925" h="11614">
                  <a:moveTo>
                    <a:pt x="468" y="1"/>
                  </a:moveTo>
                  <a:cubicBezTo>
                    <a:pt x="468" y="1"/>
                    <a:pt x="212" y="2484"/>
                    <a:pt x="12" y="6115"/>
                  </a:cubicBezTo>
                  <a:cubicBezTo>
                    <a:pt x="2" y="6317"/>
                    <a:pt x="0" y="6521"/>
                    <a:pt x="27" y="6722"/>
                  </a:cubicBezTo>
                  <a:cubicBezTo>
                    <a:pt x="212" y="8123"/>
                    <a:pt x="1246" y="8462"/>
                    <a:pt x="2200" y="8462"/>
                  </a:cubicBezTo>
                  <a:cubicBezTo>
                    <a:pt x="3038" y="8462"/>
                    <a:pt x="3815" y="8200"/>
                    <a:pt x="3899" y="8166"/>
                  </a:cubicBezTo>
                  <a:lnTo>
                    <a:pt x="3899" y="8166"/>
                  </a:lnTo>
                  <a:lnTo>
                    <a:pt x="3853" y="9981"/>
                  </a:lnTo>
                  <a:cubicBezTo>
                    <a:pt x="4027" y="10452"/>
                    <a:pt x="4164" y="10862"/>
                    <a:pt x="4400" y="11347"/>
                  </a:cubicBezTo>
                  <a:cubicBezTo>
                    <a:pt x="4485" y="11521"/>
                    <a:pt x="4655" y="11614"/>
                    <a:pt x="4828" y="11614"/>
                  </a:cubicBezTo>
                  <a:cubicBezTo>
                    <a:pt x="4945" y="11614"/>
                    <a:pt x="5064" y="11571"/>
                    <a:pt x="5160" y="11480"/>
                  </a:cubicBezTo>
                  <a:cubicBezTo>
                    <a:pt x="5843" y="10833"/>
                    <a:pt x="6104" y="10153"/>
                    <a:pt x="6865" y="9322"/>
                  </a:cubicBezTo>
                  <a:lnTo>
                    <a:pt x="6865" y="5266"/>
                  </a:lnTo>
                  <a:cubicBezTo>
                    <a:pt x="7092" y="5069"/>
                    <a:pt x="7292" y="4843"/>
                    <a:pt x="7440" y="4654"/>
                  </a:cubicBezTo>
                  <a:cubicBezTo>
                    <a:pt x="7685" y="4345"/>
                    <a:pt x="7847" y="3974"/>
                    <a:pt x="7887" y="3582"/>
                  </a:cubicBezTo>
                  <a:cubicBezTo>
                    <a:pt x="7924" y="3227"/>
                    <a:pt x="7862" y="2855"/>
                    <a:pt x="7464" y="2790"/>
                  </a:cubicBezTo>
                  <a:cubicBezTo>
                    <a:pt x="7413" y="2782"/>
                    <a:pt x="7364" y="2778"/>
                    <a:pt x="7317" y="2778"/>
                  </a:cubicBezTo>
                  <a:cubicBezTo>
                    <a:pt x="6893" y="2778"/>
                    <a:pt x="6611" y="3099"/>
                    <a:pt x="6458" y="3347"/>
                  </a:cubicBezTo>
                  <a:lnTo>
                    <a:pt x="6606" y="253"/>
                  </a:lnTo>
                  <a:lnTo>
                    <a:pt x="468" y="1"/>
                  </a:lnTo>
                  <a:close/>
                </a:path>
              </a:pathLst>
            </a:custGeom>
            <a:solidFill>
              <a:srgbClr val="efefef"/>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8" name="Google Shape;1641;p44"/>
            <p:cNvSpPr/>
            <p:nvPr/>
          </p:nvSpPr>
          <p:spPr>
            <a:xfrm>
              <a:off x="8250480" y="2255400"/>
              <a:ext cx="22680" cy="43560"/>
            </a:xfrm>
            <a:custGeom>
              <a:avLst/>
              <a:gdLst>
                <a:gd name="textAreaLeft" fmla="*/ 0 w 22680"/>
                <a:gd name="textAreaRight" fmla="*/ 23040 w 22680"/>
                <a:gd name="textAreaTop" fmla="*/ 0 h 43560"/>
                <a:gd name="textAreaBottom" fmla="*/ 43920 h 43560"/>
              </a:gdLst>
              <a:ahLst/>
              <a:cxnLst/>
              <a:rect l="textAreaLeft" t="textAreaTop" r="textAreaRight" b="textAreaBottom"/>
              <a:pathLst>
                <a:path fill="none" w="722" h="1374">
                  <a:moveTo>
                    <a:pt x="721" y="1"/>
                  </a:moveTo>
                  <a:cubicBezTo>
                    <a:pt x="721" y="1"/>
                    <a:pt x="1" y="179"/>
                    <a:pt x="25" y="1373"/>
                  </a:cubicBezTo>
                </a:path>
              </a:pathLst>
            </a:custGeom>
            <a:solidFill>
              <a:srgbClr val="efefef"/>
            </a:solidFill>
            <a:ln w="4150">
              <a:solidFill>
                <a:srgbClr val="000000"/>
              </a:solidFill>
              <a:miter/>
            </a:ln>
          </p:spPr>
          <p:style>
            <a:lnRef idx="0"/>
            <a:fillRef idx="0"/>
            <a:effectRef idx="0"/>
            <a:fontRef idx="minor"/>
          </p:style>
          <p:txBody>
            <a:bodyPr tIns="21960" bIns="21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9" name="Google Shape;1642;p44"/>
            <p:cNvSpPr/>
            <p:nvPr/>
          </p:nvSpPr>
          <p:spPr>
            <a:xfrm>
              <a:off x="8257680" y="2268720"/>
              <a:ext cx="15480" cy="25920"/>
            </a:xfrm>
            <a:custGeom>
              <a:avLst/>
              <a:gdLst>
                <a:gd name="textAreaLeft" fmla="*/ 0 w 15480"/>
                <a:gd name="textAreaRight" fmla="*/ 15840 w 15480"/>
                <a:gd name="textAreaTop" fmla="*/ 0 h 25920"/>
                <a:gd name="textAreaBottom" fmla="*/ 26280 h 25920"/>
              </a:gdLst>
              <a:ahLst/>
              <a:cxnLst/>
              <a:rect l="textAreaLeft" t="textAreaTop" r="textAreaRight" b="textAreaBottom"/>
              <a:pathLst>
                <a:path fill="none" w="494" h="820">
                  <a:moveTo>
                    <a:pt x="0" y="1"/>
                  </a:moveTo>
                  <a:cubicBezTo>
                    <a:pt x="0" y="1"/>
                    <a:pt x="493" y="168"/>
                    <a:pt x="145" y="819"/>
                  </a:cubicBezTo>
                </a:path>
              </a:pathLst>
            </a:custGeom>
            <a:noFill/>
            <a:ln w="4150">
              <a:solidFill>
                <a:srgbClr val="000000"/>
              </a:solidFill>
              <a:miter/>
            </a:ln>
          </p:spPr>
          <p:style>
            <a:lnRef idx="0"/>
            <a:fillRef idx="0"/>
            <a:effectRef idx="0"/>
            <a:fontRef idx="minor"/>
          </p:style>
          <p:txBody>
            <a:bodyPr tIns="12960" bIns="12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40" name="Google Shape;1643;p44"/>
            <p:cNvSpPr/>
            <p:nvPr/>
          </p:nvSpPr>
          <p:spPr>
            <a:xfrm>
              <a:off x="8121600" y="2251800"/>
              <a:ext cx="12600" cy="20880"/>
            </a:xfrm>
            <a:custGeom>
              <a:avLst/>
              <a:gdLst>
                <a:gd name="textAreaLeft" fmla="*/ 0 w 12600"/>
                <a:gd name="textAreaRight" fmla="*/ 12960 w 12600"/>
                <a:gd name="textAreaTop" fmla="*/ 0 h 20880"/>
                <a:gd name="textAreaBottom" fmla="*/ 21240 h 20880"/>
              </a:gdLst>
              <a:ahLst/>
              <a:cxnLst/>
              <a:rect l="textAreaLeft" t="textAreaTop" r="textAreaRight" b="textAreaBottom"/>
              <a:pathLst>
                <a:path w="409" h="663">
                  <a:moveTo>
                    <a:pt x="204" y="1"/>
                  </a:moveTo>
                  <a:cubicBezTo>
                    <a:pt x="93" y="1"/>
                    <a:pt x="1" y="148"/>
                    <a:pt x="1" y="332"/>
                  </a:cubicBezTo>
                  <a:cubicBezTo>
                    <a:pt x="1" y="515"/>
                    <a:pt x="93" y="663"/>
                    <a:pt x="204" y="663"/>
                  </a:cubicBezTo>
                  <a:cubicBezTo>
                    <a:pt x="317" y="663"/>
                    <a:pt x="409" y="515"/>
                    <a:pt x="409" y="332"/>
                  </a:cubicBezTo>
                  <a:cubicBezTo>
                    <a:pt x="409" y="148"/>
                    <a:pt x="317" y="1"/>
                    <a:pt x="204" y="1"/>
                  </a:cubicBezTo>
                  <a:close/>
                </a:path>
              </a:pathLst>
            </a:custGeom>
            <a:solidFill>
              <a:schemeClr val="dk1"/>
            </a:solidFill>
            <a:ln w="0">
              <a:noFill/>
            </a:ln>
          </p:spPr>
          <p:style>
            <a:lnRef idx="0"/>
            <a:fillRef idx="0"/>
            <a:effectRef idx="0"/>
            <a:fontRef idx="minor"/>
          </p:style>
          <p:txBody>
            <a:bodyPr tIns="10440" bIns="10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1" name="Google Shape;1644;p44"/>
            <p:cNvSpPr/>
            <p:nvPr/>
          </p:nvSpPr>
          <p:spPr>
            <a:xfrm>
              <a:off x="8050680" y="2251800"/>
              <a:ext cx="12600" cy="20880"/>
            </a:xfrm>
            <a:custGeom>
              <a:avLst/>
              <a:gdLst>
                <a:gd name="textAreaLeft" fmla="*/ 0 w 12600"/>
                <a:gd name="textAreaRight" fmla="*/ 12960 w 12600"/>
                <a:gd name="textAreaTop" fmla="*/ 0 h 20880"/>
                <a:gd name="textAreaBottom" fmla="*/ 21240 h 20880"/>
              </a:gdLst>
              <a:ahLst/>
              <a:cxnLst/>
              <a:rect l="textAreaLeft" t="textAreaTop" r="textAreaRight" b="textAreaBottom"/>
              <a:pathLst>
                <a:path w="409" h="663">
                  <a:moveTo>
                    <a:pt x="203" y="1"/>
                  </a:moveTo>
                  <a:cubicBezTo>
                    <a:pt x="92" y="1"/>
                    <a:pt x="0" y="148"/>
                    <a:pt x="0" y="332"/>
                  </a:cubicBezTo>
                  <a:cubicBezTo>
                    <a:pt x="0" y="515"/>
                    <a:pt x="92" y="663"/>
                    <a:pt x="203" y="663"/>
                  </a:cubicBezTo>
                  <a:cubicBezTo>
                    <a:pt x="316" y="663"/>
                    <a:pt x="408" y="515"/>
                    <a:pt x="408" y="332"/>
                  </a:cubicBezTo>
                  <a:cubicBezTo>
                    <a:pt x="408" y="148"/>
                    <a:pt x="316" y="1"/>
                    <a:pt x="203" y="1"/>
                  </a:cubicBezTo>
                  <a:close/>
                </a:path>
              </a:pathLst>
            </a:custGeom>
            <a:solidFill>
              <a:schemeClr val="dk1"/>
            </a:solidFill>
            <a:ln w="0">
              <a:noFill/>
            </a:ln>
          </p:spPr>
          <p:style>
            <a:lnRef idx="0"/>
            <a:fillRef idx="0"/>
            <a:effectRef idx="0"/>
            <a:fontRef idx="minor"/>
          </p:style>
          <p:txBody>
            <a:bodyPr tIns="10440" bIns="10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2" name="Google Shape;1645;p44"/>
            <p:cNvSpPr/>
            <p:nvPr/>
          </p:nvSpPr>
          <p:spPr>
            <a:xfrm>
              <a:off x="8060760" y="2290320"/>
              <a:ext cx="25200" cy="27720"/>
            </a:xfrm>
            <a:custGeom>
              <a:avLst/>
              <a:gdLst>
                <a:gd name="textAreaLeft" fmla="*/ 0 w 25200"/>
                <a:gd name="textAreaRight" fmla="*/ 25560 w 25200"/>
                <a:gd name="textAreaTop" fmla="*/ 0 h 27720"/>
                <a:gd name="textAreaBottom" fmla="*/ 28080 h 27720"/>
              </a:gdLst>
              <a:ahLst/>
              <a:cxnLst/>
              <a:rect l="textAreaLeft" t="textAreaTop" r="textAreaRight" b="textAreaBottom"/>
              <a:pathLst>
                <a:path fill="none" w="793" h="875">
                  <a:moveTo>
                    <a:pt x="793" y="754"/>
                  </a:moveTo>
                  <a:cubicBezTo>
                    <a:pt x="793" y="754"/>
                    <a:pt x="1" y="875"/>
                    <a:pt x="621" y="1"/>
                  </a:cubicBezTo>
                </a:path>
              </a:pathLst>
            </a:custGeom>
            <a:noFill/>
            <a:ln w="4150">
              <a:solidFill>
                <a:srgbClr val="000000"/>
              </a:solidFill>
              <a:miter/>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43" name="Google Shape;1646;p44"/>
            <p:cNvSpPr/>
            <p:nvPr/>
          </p:nvSpPr>
          <p:spPr>
            <a:xfrm>
              <a:off x="8115120" y="2237760"/>
              <a:ext cx="32040" cy="7560"/>
            </a:xfrm>
            <a:custGeom>
              <a:avLst/>
              <a:gdLst>
                <a:gd name="textAreaLeft" fmla="*/ 0 w 32040"/>
                <a:gd name="textAreaRight" fmla="*/ 32400 w 32040"/>
                <a:gd name="textAreaTop" fmla="*/ 0 h 7560"/>
                <a:gd name="textAreaBottom" fmla="*/ 7920 h 7560"/>
              </a:gdLst>
              <a:ahLst/>
              <a:cxnLst/>
              <a:rect l="textAreaLeft" t="textAreaTop" r="textAreaRight" b="textAreaBottom"/>
              <a:pathLst>
                <a:path w="1012" h="251">
                  <a:moveTo>
                    <a:pt x="362" y="0"/>
                  </a:moveTo>
                  <a:cubicBezTo>
                    <a:pt x="237" y="0"/>
                    <a:pt x="113" y="24"/>
                    <a:pt x="3" y="75"/>
                  </a:cubicBezTo>
                  <a:lnTo>
                    <a:pt x="0" y="91"/>
                  </a:lnTo>
                  <a:lnTo>
                    <a:pt x="126" y="115"/>
                  </a:lnTo>
                  <a:cubicBezTo>
                    <a:pt x="334" y="152"/>
                    <a:pt x="546" y="187"/>
                    <a:pt x="755" y="217"/>
                  </a:cubicBezTo>
                  <a:cubicBezTo>
                    <a:pt x="819" y="225"/>
                    <a:pt x="945" y="242"/>
                    <a:pt x="1009" y="250"/>
                  </a:cubicBezTo>
                  <a:lnTo>
                    <a:pt x="1011" y="233"/>
                  </a:lnTo>
                  <a:cubicBezTo>
                    <a:pt x="974" y="197"/>
                    <a:pt x="936" y="171"/>
                    <a:pt x="896" y="145"/>
                  </a:cubicBezTo>
                  <a:cubicBezTo>
                    <a:pt x="742" y="54"/>
                    <a:pt x="550" y="0"/>
                    <a:pt x="362" y="0"/>
                  </a:cubicBezTo>
                  <a:close/>
                </a:path>
              </a:pathLst>
            </a:custGeom>
            <a:solidFill>
              <a:schemeClr val="dk1"/>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4" name="Google Shape;1647;p44"/>
            <p:cNvSpPr/>
            <p:nvPr/>
          </p:nvSpPr>
          <p:spPr>
            <a:xfrm>
              <a:off x="8040960" y="2237760"/>
              <a:ext cx="32040" cy="7560"/>
            </a:xfrm>
            <a:custGeom>
              <a:avLst/>
              <a:gdLst>
                <a:gd name="textAreaLeft" fmla="*/ 0 w 32040"/>
                <a:gd name="textAreaRight" fmla="*/ 32400 w 32040"/>
                <a:gd name="textAreaTop" fmla="*/ 0 h 7560"/>
                <a:gd name="textAreaBottom" fmla="*/ 7920 h 7560"/>
              </a:gdLst>
              <a:ahLst/>
              <a:cxnLst/>
              <a:rect l="textAreaLeft" t="textAreaTop" r="textAreaRight" b="textAreaBottom"/>
              <a:pathLst>
                <a:path w="1012" h="250">
                  <a:moveTo>
                    <a:pt x="648" y="1"/>
                  </a:moveTo>
                  <a:cubicBezTo>
                    <a:pt x="413" y="1"/>
                    <a:pt x="169" y="77"/>
                    <a:pt x="0" y="233"/>
                  </a:cubicBezTo>
                  <a:lnTo>
                    <a:pt x="3" y="249"/>
                  </a:lnTo>
                  <a:lnTo>
                    <a:pt x="129" y="233"/>
                  </a:lnTo>
                  <a:cubicBezTo>
                    <a:pt x="339" y="206"/>
                    <a:pt x="552" y="172"/>
                    <a:pt x="761" y="136"/>
                  </a:cubicBezTo>
                  <a:cubicBezTo>
                    <a:pt x="823" y="126"/>
                    <a:pt x="949" y="102"/>
                    <a:pt x="1012" y="90"/>
                  </a:cubicBezTo>
                  <a:lnTo>
                    <a:pt x="1009" y="74"/>
                  </a:lnTo>
                  <a:cubicBezTo>
                    <a:pt x="963" y="50"/>
                    <a:pt x="917" y="37"/>
                    <a:pt x="872" y="25"/>
                  </a:cubicBezTo>
                  <a:cubicBezTo>
                    <a:pt x="800" y="9"/>
                    <a:pt x="725" y="1"/>
                    <a:pt x="648" y="1"/>
                  </a:cubicBezTo>
                  <a:close/>
                </a:path>
              </a:pathLst>
            </a:custGeom>
            <a:solidFill>
              <a:schemeClr val="dk1"/>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5" name="Google Shape;1648;p44"/>
            <p:cNvSpPr/>
            <p:nvPr/>
          </p:nvSpPr>
          <p:spPr>
            <a:xfrm>
              <a:off x="8160120" y="2402280"/>
              <a:ext cx="36000" cy="37440"/>
            </a:xfrm>
            <a:custGeom>
              <a:avLst/>
              <a:gdLst>
                <a:gd name="textAreaLeft" fmla="*/ 0 w 36000"/>
                <a:gd name="textAreaRight" fmla="*/ 36360 w 36000"/>
                <a:gd name="textAreaTop" fmla="*/ 0 h 37440"/>
                <a:gd name="textAreaBottom" fmla="*/ 37800 h 37440"/>
              </a:gdLst>
              <a:ahLst/>
              <a:cxnLst/>
              <a:rect l="textAreaLeft" t="textAreaTop" r="textAreaRight" b="textAreaBottom"/>
              <a:pathLst>
                <a:path w="1131" h="1183">
                  <a:moveTo>
                    <a:pt x="1131" y="0"/>
                  </a:moveTo>
                  <a:lnTo>
                    <a:pt x="1131" y="0"/>
                  </a:lnTo>
                  <a:cubicBezTo>
                    <a:pt x="375" y="210"/>
                    <a:pt x="0" y="363"/>
                    <a:pt x="0" y="363"/>
                  </a:cubicBezTo>
                  <a:lnTo>
                    <a:pt x="0" y="1183"/>
                  </a:lnTo>
                  <a:cubicBezTo>
                    <a:pt x="723" y="876"/>
                    <a:pt x="1131" y="0"/>
                    <a:pt x="1131" y="0"/>
                  </a:cubicBez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6" name="Google Shape;1649;p44"/>
            <p:cNvSpPr/>
            <p:nvPr/>
          </p:nvSpPr>
          <p:spPr>
            <a:xfrm>
              <a:off x="8110440" y="2330280"/>
              <a:ext cx="34200" cy="27000"/>
            </a:xfrm>
            <a:custGeom>
              <a:avLst/>
              <a:gdLst>
                <a:gd name="textAreaLeft" fmla="*/ 0 w 34200"/>
                <a:gd name="textAreaRight" fmla="*/ 34560 w 34200"/>
                <a:gd name="textAreaTop" fmla="*/ 0 h 27000"/>
                <a:gd name="textAreaBottom" fmla="*/ 27360 h 27000"/>
              </a:gdLst>
              <a:ahLst/>
              <a:cxnLst/>
              <a:rect l="textAreaLeft" t="textAreaTop" r="textAreaRight" b="textAreaBottom"/>
              <a:pathLst>
                <a:path fill="none" w="1079" h="857">
                  <a:moveTo>
                    <a:pt x="0" y="508"/>
                  </a:moveTo>
                  <a:cubicBezTo>
                    <a:pt x="0" y="508"/>
                    <a:pt x="687" y="856"/>
                    <a:pt x="1078" y="1"/>
                  </a:cubicBezTo>
                </a:path>
              </a:pathLst>
            </a:custGeom>
            <a:noFill/>
            <a:ln w="4150">
              <a:solidFill>
                <a:srgbClr val="000000"/>
              </a:solidFill>
              <a:miter/>
            </a:ln>
          </p:spPr>
          <p:style>
            <a:lnRef idx="0"/>
            <a:fillRef idx="0"/>
            <a:effectRef idx="0"/>
            <a:fontRef idx="minor"/>
          </p:style>
          <p:txBody>
            <a:bodyPr tIns="13680" bIns="13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47" name="Google Shape;1650;p44"/>
            <p:cNvSpPr/>
            <p:nvPr/>
          </p:nvSpPr>
          <p:spPr>
            <a:xfrm>
              <a:off x="8034120" y="2067480"/>
              <a:ext cx="279360" cy="141120"/>
            </a:xfrm>
            <a:custGeom>
              <a:avLst/>
              <a:gdLst>
                <a:gd name="textAreaLeft" fmla="*/ 0 w 279360"/>
                <a:gd name="textAreaRight" fmla="*/ 279720 w 279360"/>
                <a:gd name="textAreaTop" fmla="*/ 0 h 141120"/>
                <a:gd name="textAreaBottom" fmla="*/ 141480 h 141120"/>
              </a:gdLst>
              <a:ahLst/>
              <a:cxnLst/>
              <a:rect l="textAreaLeft" t="textAreaTop" r="textAreaRight" b="textAreaBottom"/>
              <a:pathLst>
                <a:path w="8721" h="4408">
                  <a:moveTo>
                    <a:pt x="3360" y="1"/>
                  </a:moveTo>
                  <a:cubicBezTo>
                    <a:pt x="2525" y="1"/>
                    <a:pt x="1727" y="182"/>
                    <a:pt x="1065" y="610"/>
                  </a:cubicBezTo>
                  <a:cubicBezTo>
                    <a:pt x="74" y="1250"/>
                    <a:pt x="1" y="2177"/>
                    <a:pt x="418" y="3196"/>
                  </a:cubicBezTo>
                  <a:lnTo>
                    <a:pt x="5716" y="3381"/>
                  </a:lnTo>
                  <a:cubicBezTo>
                    <a:pt x="5716" y="3381"/>
                    <a:pt x="8619" y="4406"/>
                    <a:pt x="8627" y="4408"/>
                  </a:cubicBezTo>
                  <a:cubicBezTo>
                    <a:pt x="8627" y="4408"/>
                    <a:pt x="8628" y="4408"/>
                    <a:pt x="8628" y="4408"/>
                  </a:cubicBezTo>
                  <a:cubicBezTo>
                    <a:pt x="8663" y="4408"/>
                    <a:pt x="8720" y="3188"/>
                    <a:pt x="8710" y="3080"/>
                  </a:cubicBezTo>
                  <a:cubicBezTo>
                    <a:pt x="8635" y="2365"/>
                    <a:pt x="8165" y="1730"/>
                    <a:pt x="7579" y="1338"/>
                  </a:cubicBezTo>
                  <a:cubicBezTo>
                    <a:pt x="6425" y="567"/>
                    <a:pt x="4835" y="1"/>
                    <a:pt x="3360" y="1"/>
                  </a:cubicBezTo>
                  <a:close/>
                </a:path>
              </a:pathLst>
            </a:custGeom>
            <a:solidFill>
              <a:schemeClr val="lt2"/>
            </a:solidFill>
            <a:ln w="0">
              <a:noFill/>
            </a:ln>
          </p:spPr>
          <p:style>
            <a:lnRef idx="0"/>
            <a:fillRef idx="0"/>
            <a:effectRef idx="0"/>
            <a:fontRef idx="minor"/>
          </p:style>
          <p:txBody>
            <a:bodyPr tIns="70560" bIns="70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8" name="Google Shape;1651;p44"/>
            <p:cNvSpPr/>
            <p:nvPr/>
          </p:nvSpPr>
          <p:spPr>
            <a:xfrm>
              <a:off x="8067600" y="2137320"/>
              <a:ext cx="189720" cy="135360"/>
            </a:xfrm>
            <a:custGeom>
              <a:avLst/>
              <a:gdLst>
                <a:gd name="textAreaLeft" fmla="*/ 0 w 189720"/>
                <a:gd name="textAreaRight" fmla="*/ 190080 w 189720"/>
                <a:gd name="textAreaTop" fmla="*/ 0 h 135360"/>
                <a:gd name="textAreaBottom" fmla="*/ 135720 h 135360"/>
              </a:gdLst>
              <a:ahLst/>
              <a:cxnLst/>
              <a:rect l="textAreaLeft" t="textAreaTop" r="textAreaRight" b="textAreaBottom"/>
              <a:pathLst>
                <a:path w="5928" h="4232">
                  <a:moveTo>
                    <a:pt x="579" y="1"/>
                  </a:moveTo>
                  <a:lnTo>
                    <a:pt x="579" y="1"/>
                  </a:lnTo>
                  <a:cubicBezTo>
                    <a:pt x="1" y="2481"/>
                    <a:pt x="5555" y="4232"/>
                    <a:pt x="5555" y="4232"/>
                  </a:cubicBezTo>
                  <a:lnTo>
                    <a:pt x="5927" y="511"/>
                  </a:lnTo>
                  <a:lnTo>
                    <a:pt x="579" y="1"/>
                  </a:lnTo>
                  <a:close/>
                </a:path>
              </a:pathLst>
            </a:custGeom>
            <a:solidFill>
              <a:schemeClr val="lt2"/>
            </a:solidFill>
            <a:ln w="0">
              <a:noFill/>
            </a:ln>
          </p:spPr>
          <p:style>
            <a:lnRef idx="0"/>
            <a:fillRef idx="0"/>
            <a:effectRef idx="0"/>
            <a:fontRef idx="minor"/>
          </p:style>
          <p:txBody>
            <a:bodyPr tIns="67680" bIns="67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9" name="Google Shape;1652;p44"/>
            <p:cNvSpPr/>
            <p:nvPr/>
          </p:nvSpPr>
          <p:spPr>
            <a:xfrm>
              <a:off x="8038800" y="2130120"/>
              <a:ext cx="57240" cy="77760"/>
            </a:xfrm>
            <a:custGeom>
              <a:avLst/>
              <a:gdLst>
                <a:gd name="textAreaLeft" fmla="*/ 0 w 57240"/>
                <a:gd name="textAreaRight" fmla="*/ 57600 w 57240"/>
                <a:gd name="textAreaTop" fmla="*/ 0 h 77760"/>
                <a:gd name="textAreaBottom" fmla="*/ 78120 h 77760"/>
              </a:gdLst>
              <a:ahLst/>
              <a:cxnLst/>
              <a:rect l="textAreaLeft" t="textAreaTop" r="textAreaRight" b="textAreaBottom"/>
              <a:pathLst>
                <a:path w="1797" h="2433">
                  <a:moveTo>
                    <a:pt x="39" y="1"/>
                  </a:moveTo>
                  <a:lnTo>
                    <a:pt x="0" y="1207"/>
                  </a:lnTo>
                  <a:lnTo>
                    <a:pt x="0" y="2432"/>
                  </a:lnTo>
                  <a:cubicBezTo>
                    <a:pt x="1148" y="2112"/>
                    <a:pt x="1797" y="841"/>
                    <a:pt x="1797" y="841"/>
                  </a:cubicBezTo>
                  <a:lnTo>
                    <a:pt x="39" y="1"/>
                  </a:lnTo>
                  <a:close/>
                </a:path>
              </a:pathLst>
            </a:custGeom>
            <a:solidFill>
              <a:schemeClr val="lt2"/>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0" name="Google Shape;1653;p44"/>
            <p:cNvSpPr/>
            <p:nvPr/>
          </p:nvSpPr>
          <p:spPr>
            <a:xfrm>
              <a:off x="7588080" y="2719800"/>
              <a:ext cx="941040" cy="636480"/>
            </a:xfrm>
            <a:custGeom>
              <a:avLst/>
              <a:gdLst>
                <a:gd name="textAreaLeft" fmla="*/ 0 w 941040"/>
                <a:gd name="textAreaRight" fmla="*/ 941400 w 941040"/>
                <a:gd name="textAreaTop" fmla="*/ 0 h 636480"/>
                <a:gd name="textAreaBottom" fmla="*/ 636840 h 636480"/>
              </a:gdLst>
              <a:ahLst/>
              <a:cxnLst/>
              <a:rect l="textAreaLeft" t="textAreaTop" r="textAreaRight" b="textAreaBottom"/>
              <a:pathLst>
                <a:path w="29354" h="19858">
                  <a:moveTo>
                    <a:pt x="29316" y="0"/>
                  </a:moveTo>
                  <a:cubicBezTo>
                    <a:pt x="29035" y="0"/>
                    <a:pt x="23425" y="2344"/>
                    <a:pt x="23425" y="2344"/>
                  </a:cubicBezTo>
                  <a:lnTo>
                    <a:pt x="23277" y="11914"/>
                  </a:lnTo>
                  <a:cubicBezTo>
                    <a:pt x="23233" y="12122"/>
                    <a:pt x="23083" y="12292"/>
                    <a:pt x="22881" y="12360"/>
                  </a:cubicBezTo>
                  <a:cubicBezTo>
                    <a:pt x="22877" y="12361"/>
                    <a:pt x="22873" y="12361"/>
                    <a:pt x="22869" y="12363"/>
                  </a:cubicBezTo>
                  <a:cubicBezTo>
                    <a:pt x="20289" y="13300"/>
                    <a:pt x="17768" y="14211"/>
                    <a:pt x="15052" y="14704"/>
                  </a:cubicBezTo>
                  <a:cubicBezTo>
                    <a:pt x="12410" y="15182"/>
                    <a:pt x="9925" y="15404"/>
                    <a:pt x="7087" y="15869"/>
                  </a:cubicBezTo>
                  <a:cubicBezTo>
                    <a:pt x="6299" y="15997"/>
                    <a:pt x="5051" y="16099"/>
                    <a:pt x="4282" y="16319"/>
                  </a:cubicBezTo>
                  <a:cubicBezTo>
                    <a:pt x="4022" y="16393"/>
                    <a:pt x="3769" y="16483"/>
                    <a:pt x="3525" y="16586"/>
                  </a:cubicBezTo>
                  <a:lnTo>
                    <a:pt x="3525" y="16587"/>
                  </a:lnTo>
                  <a:cubicBezTo>
                    <a:pt x="2778" y="16902"/>
                    <a:pt x="2098" y="17343"/>
                    <a:pt x="1450" y="17849"/>
                  </a:cubicBezTo>
                  <a:cubicBezTo>
                    <a:pt x="1086" y="18135"/>
                    <a:pt x="725" y="18437"/>
                    <a:pt x="421" y="18787"/>
                  </a:cubicBezTo>
                  <a:cubicBezTo>
                    <a:pt x="290" y="18939"/>
                    <a:pt x="1" y="19250"/>
                    <a:pt x="107" y="19477"/>
                  </a:cubicBezTo>
                  <a:cubicBezTo>
                    <a:pt x="202" y="19680"/>
                    <a:pt x="364" y="19739"/>
                    <a:pt x="520" y="19739"/>
                  </a:cubicBezTo>
                  <a:cubicBezTo>
                    <a:pt x="738" y="19739"/>
                    <a:pt x="945" y="19623"/>
                    <a:pt x="945" y="19623"/>
                  </a:cubicBezTo>
                  <a:cubicBezTo>
                    <a:pt x="1017" y="19801"/>
                    <a:pt x="1150" y="19858"/>
                    <a:pt x="1293" y="19858"/>
                  </a:cubicBezTo>
                  <a:cubicBezTo>
                    <a:pt x="1551" y="19858"/>
                    <a:pt x="1840" y="19668"/>
                    <a:pt x="1840" y="19668"/>
                  </a:cubicBezTo>
                  <a:cubicBezTo>
                    <a:pt x="1840" y="19668"/>
                    <a:pt x="1994" y="19843"/>
                    <a:pt x="2173" y="19843"/>
                  </a:cubicBezTo>
                  <a:cubicBezTo>
                    <a:pt x="2216" y="19843"/>
                    <a:pt x="2260" y="19833"/>
                    <a:pt x="2303" y="19808"/>
                  </a:cubicBezTo>
                  <a:cubicBezTo>
                    <a:pt x="2819" y="19520"/>
                    <a:pt x="3316" y="19276"/>
                    <a:pt x="3813" y="19166"/>
                  </a:cubicBezTo>
                  <a:cubicBezTo>
                    <a:pt x="3946" y="19137"/>
                    <a:pt x="4069" y="19124"/>
                    <a:pt x="4184" y="19124"/>
                  </a:cubicBezTo>
                  <a:cubicBezTo>
                    <a:pt x="4605" y="19124"/>
                    <a:pt x="4934" y="19297"/>
                    <a:pt x="5370" y="19482"/>
                  </a:cubicBezTo>
                  <a:cubicBezTo>
                    <a:pt x="5704" y="19623"/>
                    <a:pt x="6064" y="19682"/>
                    <a:pt x="6426" y="19682"/>
                  </a:cubicBezTo>
                  <a:cubicBezTo>
                    <a:pt x="6666" y="19682"/>
                    <a:pt x="6907" y="19656"/>
                    <a:pt x="7143" y="19611"/>
                  </a:cubicBezTo>
                  <a:cubicBezTo>
                    <a:pt x="7504" y="19542"/>
                    <a:pt x="7858" y="19429"/>
                    <a:pt x="8203" y="19302"/>
                  </a:cubicBezTo>
                  <a:cubicBezTo>
                    <a:pt x="8491" y="19194"/>
                    <a:pt x="8755" y="19039"/>
                    <a:pt x="9057" y="19039"/>
                  </a:cubicBezTo>
                  <a:cubicBezTo>
                    <a:pt x="9083" y="19039"/>
                    <a:pt x="9110" y="19040"/>
                    <a:pt x="9136" y="19043"/>
                  </a:cubicBezTo>
                  <a:cubicBezTo>
                    <a:pt x="10678" y="19179"/>
                    <a:pt x="12202" y="19456"/>
                    <a:pt x="13748" y="19558"/>
                  </a:cubicBezTo>
                  <a:cubicBezTo>
                    <a:pt x="14377" y="19600"/>
                    <a:pt x="15007" y="19623"/>
                    <a:pt x="15637" y="19623"/>
                  </a:cubicBezTo>
                  <a:cubicBezTo>
                    <a:pt x="16555" y="19623"/>
                    <a:pt x="17473" y="19575"/>
                    <a:pt x="18386" y="19469"/>
                  </a:cubicBezTo>
                  <a:cubicBezTo>
                    <a:pt x="20262" y="19254"/>
                    <a:pt x="22136" y="18995"/>
                    <a:pt x="23988" y="18627"/>
                  </a:cubicBezTo>
                  <a:cubicBezTo>
                    <a:pt x="25289" y="18369"/>
                    <a:pt x="26181" y="18090"/>
                    <a:pt x="27350" y="17435"/>
                  </a:cubicBezTo>
                  <a:cubicBezTo>
                    <a:pt x="28663" y="16700"/>
                    <a:pt x="29137" y="15675"/>
                    <a:pt x="29236" y="14228"/>
                  </a:cubicBezTo>
                  <a:cubicBezTo>
                    <a:pt x="29275" y="13654"/>
                    <a:pt x="29305" y="13080"/>
                    <a:pt x="29323" y="12505"/>
                  </a:cubicBezTo>
                  <a:cubicBezTo>
                    <a:pt x="29352" y="11592"/>
                    <a:pt x="29354" y="919"/>
                    <a:pt x="29327" y="5"/>
                  </a:cubicBezTo>
                  <a:cubicBezTo>
                    <a:pt x="29327" y="2"/>
                    <a:pt x="29323" y="0"/>
                    <a:pt x="29316" y="0"/>
                  </a:cubicBezTo>
                  <a:close/>
                </a:path>
              </a:pathLst>
            </a:custGeom>
            <a:solidFill>
              <a:srgbClr val="efefef"/>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1" name="Google Shape;1654;p44"/>
            <p:cNvSpPr/>
            <p:nvPr/>
          </p:nvSpPr>
          <p:spPr>
            <a:xfrm>
              <a:off x="7642800" y="3298680"/>
              <a:ext cx="69480" cy="51480"/>
            </a:xfrm>
            <a:custGeom>
              <a:avLst/>
              <a:gdLst>
                <a:gd name="textAreaLeft" fmla="*/ 0 w 69480"/>
                <a:gd name="textAreaRight" fmla="*/ 69840 w 69480"/>
                <a:gd name="textAreaTop" fmla="*/ 0 h 51480"/>
                <a:gd name="textAreaBottom" fmla="*/ 51840 h 51480"/>
              </a:gdLst>
              <a:ahLst/>
              <a:cxnLst/>
              <a:rect l="textAreaLeft" t="textAreaTop" r="textAreaRight" b="textAreaBottom"/>
              <a:pathLst>
                <a:path w="2177" h="1612">
                  <a:moveTo>
                    <a:pt x="2177" y="1"/>
                  </a:moveTo>
                  <a:lnTo>
                    <a:pt x="2177" y="1"/>
                  </a:lnTo>
                  <a:cubicBezTo>
                    <a:pt x="1434" y="284"/>
                    <a:pt x="613" y="570"/>
                    <a:pt x="106" y="1219"/>
                  </a:cubicBezTo>
                  <a:cubicBezTo>
                    <a:pt x="0" y="1356"/>
                    <a:pt x="45" y="1475"/>
                    <a:pt x="130" y="1611"/>
                  </a:cubicBezTo>
                  <a:lnTo>
                    <a:pt x="2177" y="1"/>
                  </a:lnTo>
                  <a:close/>
                </a:path>
              </a:pathLst>
            </a:custGeom>
            <a:solidFill>
              <a:srgbClr val="ffffff"/>
            </a:solidFill>
            <a:ln w="0">
              <a:noFill/>
            </a:ln>
          </p:spPr>
          <p:style>
            <a:lnRef idx="0"/>
            <a:fillRef idx="0"/>
            <a:effectRef idx="0"/>
            <a:fontRef idx="minor"/>
          </p:style>
          <p:txBody>
            <a:bodyPr tIns="25920" bIns="25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2" name="Google Shape;1655;p44"/>
            <p:cNvSpPr/>
            <p:nvPr/>
          </p:nvSpPr>
          <p:spPr>
            <a:xfrm>
              <a:off x="7642800" y="3298680"/>
              <a:ext cx="69480" cy="51480"/>
            </a:xfrm>
            <a:custGeom>
              <a:avLst/>
              <a:gdLst>
                <a:gd name="textAreaLeft" fmla="*/ 0 w 69480"/>
                <a:gd name="textAreaRight" fmla="*/ 69840 w 69480"/>
                <a:gd name="textAreaTop" fmla="*/ 0 h 51480"/>
                <a:gd name="textAreaBottom" fmla="*/ 51840 h 51480"/>
              </a:gdLst>
              <a:ahLst/>
              <a:cxnLst/>
              <a:rect l="textAreaLeft" t="textAreaTop" r="textAreaRight" b="textAreaBottom"/>
              <a:pathLst>
                <a:path fill="none" w="2177" h="1612">
                  <a:moveTo>
                    <a:pt x="2177" y="1"/>
                  </a:moveTo>
                  <a:cubicBezTo>
                    <a:pt x="1434" y="284"/>
                    <a:pt x="613" y="570"/>
                    <a:pt x="106" y="1219"/>
                  </a:cubicBezTo>
                  <a:cubicBezTo>
                    <a:pt x="0" y="1356"/>
                    <a:pt x="45" y="1475"/>
                    <a:pt x="130" y="1611"/>
                  </a:cubicBezTo>
                </a:path>
              </a:pathLst>
            </a:custGeom>
            <a:noFill/>
            <a:ln w="4150">
              <a:solidFill>
                <a:srgbClr val="000000"/>
              </a:solidFill>
              <a:miter/>
            </a:ln>
          </p:spPr>
          <p:style>
            <a:lnRef idx="0"/>
            <a:fillRef idx="0"/>
            <a:effectRef idx="0"/>
            <a:fontRef idx="minor"/>
          </p:style>
          <p:txBody>
            <a:bodyPr tIns="25920" bIns="25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3" name="Google Shape;1656;p44"/>
            <p:cNvSpPr/>
            <p:nvPr/>
          </p:nvSpPr>
          <p:spPr>
            <a:xfrm>
              <a:off x="7615080" y="3279960"/>
              <a:ext cx="77040" cy="68760"/>
            </a:xfrm>
            <a:custGeom>
              <a:avLst/>
              <a:gdLst>
                <a:gd name="textAreaLeft" fmla="*/ 0 w 77040"/>
                <a:gd name="textAreaRight" fmla="*/ 77400 w 77040"/>
                <a:gd name="textAreaTop" fmla="*/ 0 h 68760"/>
                <a:gd name="textAreaBottom" fmla="*/ 69120 h 68760"/>
              </a:gdLst>
              <a:ahLst/>
              <a:cxnLst/>
              <a:rect l="textAreaLeft" t="textAreaTop" r="textAreaRight" b="textAreaBottom"/>
              <a:pathLst>
                <a:path w="2412" h="2150">
                  <a:moveTo>
                    <a:pt x="2411" y="1"/>
                  </a:moveTo>
                  <a:cubicBezTo>
                    <a:pt x="2411" y="1"/>
                    <a:pt x="987" y="584"/>
                    <a:pt x="212" y="1573"/>
                  </a:cubicBezTo>
                  <a:cubicBezTo>
                    <a:pt x="1" y="1841"/>
                    <a:pt x="104" y="2149"/>
                    <a:pt x="104" y="2149"/>
                  </a:cubicBezTo>
                  <a:lnTo>
                    <a:pt x="2411" y="1"/>
                  </a:lnTo>
                  <a:close/>
                </a:path>
              </a:pathLst>
            </a:custGeom>
            <a:solidFill>
              <a:srgbClr val="ffffff"/>
            </a:solidFill>
            <a:ln w="0">
              <a:noFill/>
            </a:ln>
          </p:spPr>
          <p:style>
            <a:lnRef idx="0"/>
            <a:fillRef idx="0"/>
            <a:effectRef idx="0"/>
            <a:fontRef idx="minor"/>
          </p:style>
          <p:txBody>
            <a:bodyPr tIns="34560" bIns="34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4" name="Google Shape;1657;p44"/>
            <p:cNvSpPr/>
            <p:nvPr/>
          </p:nvSpPr>
          <p:spPr>
            <a:xfrm>
              <a:off x="7615080" y="3279960"/>
              <a:ext cx="77040" cy="68760"/>
            </a:xfrm>
            <a:custGeom>
              <a:avLst/>
              <a:gdLst>
                <a:gd name="textAreaLeft" fmla="*/ 0 w 77040"/>
                <a:gd name="textAreaRight" fmla="*/ 77400 w 77040"/>
                <a:gd name="textAreaTop" fmla="*/ 0 h 68760"/>
                <a:gd name="textAreaBottom" fmla="*/ 69120 h 68760"/>
              </a:gdLst>
              <a:ahLst/>
              <a:cxnLst/>
              <a:rect l="textAreaLeft" t="textAreaTop" r="textAreaRight" b="textAreaBottom"/>
              <a:pathLst>
                <a:path fill="none" w="2412" h="2150">
                  <a:moveTo>
                    <a:pt x="104" y="2149"/>
                  </a:moveTo>
                  <a:cubicBezTo>
                    <a:pt x="104" y="2149"/>
                    <a:pt x="1" y="1841"/>
                    <a:pt x="212" y="1573"/>
                  </a:cubicBezTo>
                  <a:cubicBezTo>
                    <a:pt x="987" y="584"/>
                    <a:pt x="2411" y="1"/>
                    <a:pt x="2411" y="1"/>
                  </a:cubicBezTo>
                </a:path>
              </a:pathLst>
            </a:custGeom>
            <a:noFill/>
            <a:ln w="4150">
              <a:solidFill>
                <a:srgbClr val="000000"/>
              </a:solidFill>
              <a:miter/>
            </a:ln>
          </p:spPr>
          <p:style>
            <a:lnRef idx="0"/>
            <a:fillRef idx="0"/>
            <a:effectRef idx="0"/>
            <a:fontRef idx="minor"/>
          </p:style>
          <p:txBody>
            <a:bodyPr tIns="34560" bIns="34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5" name="Google Shape;1658;p44"/>
            <p:cNvSpPr/>
            <p:nvPr/>
          </p:nvSpPr>
          <p:spPr>
            <a:xfrm>
              <a:off x="8335800" y="3101760"/>
              <a:ext cx="89280" cy="18000"/>
            </a:xfrm>
            <a:custGeom>
              <a:avLst/>
              <a:gdLst>
                <a:gd name="textAreaLeft" fmla="*/ 0 w 89280"/>
                <a:gd name="textAreaRight" fmla="*/ 89640 w 89280"/>
                <a:gd name="textAreaTop" fmla="*/ 0 h 18000"/>
                <a:gd name="textAreaBottom" fmla="*/ 18360 h 18000"/>
              </a:gdLst>
              <a:ahLst/>
              <a:cxnLst/>
              <a:rect l="textAreaLeft" t="textAreaTop" r="textAreaRight" b="textAreaBottom"/>
              <a:pathLst>
                <a:path fill="none" w="2791" h="574">
                  <a:moveTo>
                    <a:pt x="0" y="1"/>
                  </a:moveTo>
                  <a:cubicBezTo>
                    <a:pt x="0" y="1"/>
                    <a:pt x="1926" y="29"/>
                    <a:pt x="2791" y="574"/>
                  </a:cubicBezTo>
                </a:path>
              </a:pathLst>
            </a:custGeom>
            <a:noFill/>
            <a:ln w="4150">
              <a:solidFill>
                <a:srgbClr val="000000"/>
              </a:solidFill>
              <a:miter/>
            </a:ln>
          </p:spPr>
          <p:style>
            <a:lnRef idx="0"/>
            <a:fillRef idx="0"/>
            <a:effectRef idx="0"/>
            <a:fontRef idx="minor"/>
          </p:style>
          <p:txBody>
            <a:bodyPr tIns="9000" bIns="9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56" name="Google Shape;1659;p44"/>
          <p:cNvGrpSpPr/>
          <p:nvPr/>
        </p:nvGrpSpPr>
        <p:grpSpPr>
          <a:xfrm>
            <a:off x="5681160" y="2268360"/>
            <a:ext cx="3538800" cy="2731320"/>
            <a:chOff x="5681160" y="2268360"/>
            <a:chExt cx="3538800" cy="2731320"/>
          </a:xfrm>
        </p:grpSpPr>
        <p:grpSp>
          <p:nvGrpSpPr>
            <p:cNvPr id="457" name="Google Shape;1660;p44"/>
            <p:cNvGrpSpPr/>
            <p:nvPr/>
          </p:nvGrpSpPr>
          <p:grpSpPr>
            <a:xfrm>
              <a:off x="5681160" y="3270600"/>
              <a:ext cx="3538800" cy="1729080"/>
              <a:chOff x="5681160" y="3270600"/>
              <a:chExt cx="3538800" cy="1729080"/>
            </a:xfrm>
          </p:grpSpPr>
          <p:sp>
            <p:nvSpPr>
              <p:cNvPr id="458" name="Google Shape;1661;p44"/>
              <p:cNvSpPr/>
              <p:nvPr/>
            </p:nvSpPr>
            <p:spPr>
              <a:xfrm flipH="1">
                <a:off x="5803560" y="3347280"/>
                <a:ext cx="1006920" cy="1652400"/>
              </a:xfrm>
              <a:custGeom>
                <a:avLst/>
                <a:gdLst>
                  <a:gd name="textAreaLeft" fmla="*/ -360 w 1006920"/>
                  <a:gd name="textAreaRight" fmla="*/ 1006920 w 1006920"/>
                  <a:gd name="textAreaTop" fmla="*/ 0 h 1652400"/>
                  <a:gd name="textAreaBottom" fmla="*/ 1652760 h 1652400"/>
                </a:gdLst>
                <a:ahLst/>
                <a:cxnLst/>
                <a:rect l="textAreaLeft" t="textAreaTop" r="textAreaRight" b="textAreaBottom"/>
                <a:pathLst>
                  <a:path w="29962" h="49160">
                    <a:moveTo>
                      <a:pt x="12804" y="0"/>
                    </a:moveTo>
                    <a:lnTo>
                      <a:pt x="0" y="49159"/>
                    </a:lnTo>
                    <a:lnTo>
                      <a:pt x="1665" y="49159"/>
                    </a:lnTo>
                    <a:lnTo>
                      <a:pt x="14981" y="1622"/>
                    </a:lnTo>
                    <a:lnTo>
                      <a:pt x="28298" y="49159"/>
                    </a:lnTo>
                    <a:lnTo>
                      <a:pt x="29962" y="49159"/>
                    </a:lnTo>
                    <a:lnTo>
                      <a:pt x="17157" y="0"/>
                    </a:lnTo>
                    <a:close/>
                  </a:path>
                </a:pathLst>
              </a:custGeom>
              <a:solidFill>
                <a:schemeClr val="accent2"/>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9" name="Google Shape;1662;p44"/>
              <p:cNvSpPr/>
              <p:nvPr/>
            </p:nvSpPr>
            <p:spPr>
              <a:xfrm flipH="1">
                <a:off x="5681160" y="3270600"/>
                <a:ext cx="3538800" cy="153720"/>
              </a:xfrm>
              <a:custGeom>
                <a:avLst/>
                <a:gdLst>
                  <a:gd name="textAreaLeft" fmla="*/ 360 w 3538800"/>
                  <a:gd name="textAreaRight" fmla="*/ 3539520 w 3538800"/>
                  <a:gd name="textAreaTop" fmla="*/ 0 h 153720"/>
                  <a:gd name="textAreaBottom" fmla="*/ 154080 h 153720"/>
                </a:gdLst>
                <a:ahLst/>
                <a:cxnLst/>
                <a:rect l="textAreaLeft" t="textAreaTop" r="textAreaRight" b="textAreaBottom"/>
                <a:pathLst>
                  <a:path w="142649" h="4584">
                    <a:moveTo>
                      <a:pt x="43" y="0"/>
                    </a:moveTo>
                    <a:cubicBezTo>
                      <a:pt x="19" y="0"/>
                      <a:pt x="1" y="19"/>
                      <a:pt x="1" y="43"/>
                    </a:cubicBezTo>
                    <a:lnTo>
                      <a:pt x="1" y="4541"/>
                    </a:lnTo>
                    <a:cubicBezTo>
                      <a:pt x="1" y="4565"/>
                      <a:pt x="19" y="4583"/>
                      <a:pt x="43" y="4583"/>
                    </a:cubicBezTo>
                    <a:lnTo>
                      <a:pt x="142606" y="4583"/>
                    </a:lnTo>
                    <a:cubicBezTo>
                      <a:pt x="142630" y="4583"/>
                      <a:pt x="142648" y="4565"/>
                      <a:pt x="142648" y="4541"/>
                    </a:cubicBezTo>
                    <a:lnTo>
                      <a:pt x="142648" y="43"/>
                    </a:lnTo>
                    <a:cubicBezTo>
                      <a:pt x="142648" y="19"/>
                      <a:pt x="142630" y="0"/>
                      <a:pt x="142606" y="0"/>
                    </a:cubicBezTo>
                    <a:close/>
                  </a:path>
                </a:pathLst>
              </a:custGeom>
              <a:solidFill>
                <a:schemeClr val="lt1"/>
              </a:solidFill>
              <a:ln w="4150">
                <a:solidFill>
                  <a:srgbClr val="000000"/>
                </a:solidFill>
                <a:miter/>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60" name="Google Shape;1663;p44"/>
            <p:cNvGrpSpPr/>
            <p:nvPr/>
          </p:nvGrpSpPr>
          <p:grpSpPr>
            <a:xfrm>
              <a:off x="6093360" y="2268360"/>
              <a:ext cx="1239480" cy="1002600"/>
              <a:chOff x="6093360" y="2268360"/>
              <a:chExt cx="1239480" cy="1002600"/>
            </a:xfrm>
          </p:grpSpPr>
          <p:sp>
            <p:nvSpPr>
              <p:cNvPr id="461" name="Google Shape;1664;p44"/>
              <p:cNvSpPr/>
              <p:nvPr/>
            </p:nvSpPr>
            <p:spPr>
              <a:xfrm flipH="1">
                <a:off x="6148440" y="2268360"/>
                <a:ext cx="1184040" cy="787680"/>
              </a:xfrm>
              <a:custGeom>
                <a:avLst/>
                <a:gdLst>
                  <a:gd name="textAreaLeft" fmla="*/ -360 w 1184040"/>
                  <a:gd name="textAreaRight" fmla="*/ 1184040 w 1184040"/>
                  <a:gd name="textAreaTop" fmla="*/ 0 h 787680"/>
                  <a:gd name="textAreaBottom" fmla="*/ 788040 h 787680"/>
                </a:gdLst>
                <a:ahLst/>
                <a:cxnLst/>
                <a:rect l="textAreaLeft" t="textAreaTop" r="textAreaRight" b="textAreaBottom"/>
                <a:pathLst>
                  <a:path w="35226" h="23441">
                    <a:moveTo>
                      <a:pt x="3137" y="0"/>
                    </a:moveTo>
                    <a:cubicBezTo>
                      <a:pt x="2487" y="0"/>
                      <a:pt x="1910" y="532"/>
                      <a:pt x="1855" y="1182"/>
                    </a:cubicBezTo>
                    <a:lnTo>
                      <a:pt x="57" y="22259"/>
                    </a:lnTo>
                    <a:cubicBezTo>
                      <a:pt x="1" y="22909"/>
                      <a:pt x="487" y="23440"/>
                      <a:pt x="1137" y="23440"/>
                    </a:cubicBezTo>
                    <a:lnTo>
                      <a:pt x="32090" y="23440"/>
                    </a:lnTo>
                    <a:cubicBezTo>
                      <a:pt x="32740" y="23440"/>
                      <a:pt x="33317" y="22909"/>
                      <a:pt x="33372" y="22259"/>
                    </a:cubicBezTo>
                    <a:lnTo>
                      <a:pt x="35170" y="1182"/>
                    </a:lnTo>
                    <a:cubicBezTo>
                      <a:pt x="35226" y="532"/>
                      <a:pt x="34740" y="0"/>
                      <a:pt x="34090" y="0"/>
                    </a:cubicBezTo>
                    <a:close/>
                  </a:path>
                </a:pathLst>
              </a:custGeom>
              <a:solidFill>
                <a:schemeClr val="accent2"/>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2" name="Google Shape;1665;p44"/>
              <p:cNvSpPr/>
              <p:nvPr/>
            </p:nvSpPr>
            <p:spPr>
              <a:xfrm flipH="1">
                <a:off x="6093000" y="2268360"/>
                <a:ext cx="1184040" cy="787680"/>
              </a:xfrm>
              <a:custGeom>
                <a:avLst/>
                <a:gdLst>
                  <a:gd name="textAreaLeft" fmla="*/ -360 w 1184040"/>
                  <a:gd name="textAreaRight" fmla="*/ 1184040 w 1184040"/>
                  <a:gd name="textAreaTop" fmla="*/ 0 h 787680"/>
                  <a:gd name="textAreaBottom" fmla="*/ 788040 h 787680"/>
                </a:gdLst>
                <a:ahLst/>
                <a:cxnLst/>
                <a:rect l="textAreaLeft" t="textAreaTop" r="textAreaRight" b="textAreaBottom"/>
                <a:pathLst>
                  <a:path w="35226" h="23441">
                    <a:moveTo>
                      <a:pt x="3137" y="0"/>
                    </a:moveTo>
                    <a:cubicBezTo>
                      <a:pt x="2487" y="0"/>
                      <a:pt x="1910" y="532"/>
                      <a:pt x="1854" y="1182"/>
                    </a:cubicBezTo>
                    <a:lnTo>
                      <a:pt x="56" y="22259"/>
                    </a:lnTo>
                    <a:cubicBezTo>
                      <a:pt x="1" y="22909"/>
                      <a:pt x="487" y="23440"/>
                      <a:pt x="1137" y="23440"/>
                    </a:cubicBezTo>
                    <a:lnTo>
                      <a:pt x="32090" y="23440"/>
                    </a:lnTo>
                    <a:cubicBezTo>
                      <a:pt x="32739" y="23440"/>
                      <a:pt x="33316" y="22909"/>
                      <a:pt x="33372" y="22259"/>
                    </a:cubicBezTo>
                    <a:lnTo>
                      <a:pt x="35170" y="1182"/>
                    </a:lnTo>
                    <a:cubicBezTo>
                      <a:pt x="35226" y="532"/>
                      <a:pt x="34739" y="0"/>
                      <a:pt x="34090" y="0"/>
                    </a:cubicBezTo>
                    <a:close/>
                  </a:path>
                </a:pathLst>
              </a:custGeom>
              <a:solidFill>
                <a:schemeClr val="lt1"/>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3" name="Google Shape;1666;p44"/>
              <p:cNvSpPr/>
              <p:nvPr/>
            </p:nvSpPr>
            <p:spPr>
              <a:xfrm flipH="1">
                <a:off x="6093000" y="2268360"/>
                <a:ext cx="1184040" cy="787680"/>
              </a:xfrm>
              <a:custGeom>
                <a:avLst/>
                <a:gdLst>
                  <a:gd name="textAreaLeft" fmla="*/ -360 w 1184040"/>
                  <a:gd name="textAreaRight" fmla="*/ 1184040 w 1184040"/>
                  <a:gd name="textAreaTop" fmla="*/ 0 h 787680"/>
                  <a:gd name="textAreaBottom" fmla="*/ 788040 h 787680"/>
                </a:gdLst>
                <a:ahLst/>
                <a:cxnLst/>
                <a:rect l="textAreaLeft" t="textAreaTop" r="textAreaRight" b="textAreaBottom"/>
                <a:pathLst>
                  <a:path w="35226" h="23441">
                    <a:moveTo>
                      <a:pt x="3137" y="0"/>
                    </a:moveTo>
                    <a:cubicBezTo>
                      <a:pt x="2487" y="0"/>
                      <a:pt x="1910" y="532"/>
                      <a:pt x="1854" y="1182"/>
                    </a:cubicBezTo>
                    <a:lnTo>
                      <a:pt x="56" y="22259"/>
                    </a:lnTo>
                    <a:cubicBezTo>
                      <a:pt x="1" y="22909"/>
                      <a:pt x="487" y="23440"/>
                      <a:pt x="1137" y="23440"/>
                    </a:cubicBezTo>
                    <a:lnTo>
                      <a:pt x="32090" y="23440"/>
                    </a:lnTo>
                    <a:cubicBezTo>
                      <a:pt x="32739" y="23440"/>
                      <a:pt x="33316" y="22909"/>
                      <a:pt x="33372" y="22259"/>
                    </a:cubicBezTo>
                    <a:lnTo>
                      <a:pt x="35170" y="1182"/>
                    </a:lnTo>
                    <a:cubicBezTo>
                      <a:pt x="35226" y="532"/>
                      <a:pt x="34739" y="0"/>
                      <a:pt x="34090" y="0"/>
                    </a:cubicBezTo>
                    <a:close/>
                  </a:path>
                </a:pathLst>
              </a:custGeom>
              <a:solidFill>
                <a:srgbClr val="e0e9f7">
                  <a:alpha val="23000"/>
                </a:srgbClr>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4" name="Google Shape;1667;p44"/>
              <p:cNvSpPr/>
              <p:nvPr/>
            </p:nvSpPr>
            <p:spPr>
              <a:xfrm flipH="1">
                <a:off x="6492600" y="2618280"/>
                <a:ext cx="587520" cy="652680"/>
              </a:xfrm>
              <a:custGeom>
                <a:avLst/>
                <a:gdLst>
                  <a:gd name="textAreaLeft" fmla="*/ 360 w 587520"/>
                  <a:gd name="textAreaRight" fmla="*/ 588240 w 587520"/>
                  <a:gd name="textAreaTop" fmla="*/ 0 h 652680"/>
                  <a:gd name="textAreaBottom" fmla="*/ 653040 h 652680"/>
                </a:gdLst>
                <a:ahLst/>
                <a:cxnLst/>
                <a:rect l="textAreaLeft" t="textAreaTop" r="textAreaRight" b="textAreaBottom"/>
                <a:pathLst>
                  <a:path w="17489" h="19418">
                    <a:moveTo>
                      <a:pt x="12251" y="1"/>
                    </a:moveTo>
                    <a:cubicBezTo>
                      <a:pt x="10748" y="1"/>
                      <a:pt x="9519" y="1231"/>
                      <a:pt x="9519" y="2734"/>
                    </a:cubicBezTo>
                    <a:lnTo>
                      <a:pt x="9519" y="2803"/>
                    </a:lnTo>
                    <a:lnTo>
                      <a:pt x="8325" y="15493"/>
                    </a:lnTo>
                    <a:cubicBezTo>
                      <a:pt x="8325" y="16412"/>
                      <a:pt x="7892" y="17227"/>
                      <a:pt x="7220" y="17751"/>
                    </a:cubicBezTo>
                    <a:lnTo>
                      <a:pt x="1717" y="17751"/>
                    </a:lnTo>
                    <a:lnTo>
                      <a:pt x="1717" y="17754"/>
                    </a:lnTo>
                    <a:cubicBezTo>
                      <a:pt x="1700" y="17754"/>
                      <a:pt x="1683" y="17751"/>
                      <a:pt x="1667" y="17751"/>
                    </a:cubicBezTo>
                    <a:cubicBezTo>
                      <a:pt x="746" y="17751"/>
                      <a:pt x="1" y="18496"/>
                      <a:pt x="1" y="19417"/>
                    </a:cubicBezTo>
                    <a:lnTo>
                      <a:pt x="14628" y="19417"/>
                    </a:lnTo>
                    <a:cubicBezTo>
                      <a:pt x="16208" y="19417"/>
                      <a:pt x="17489" y="18136"/>
                      <a:pt x="17489" y="16555"/>
                    </a:cubicBezTo>
                    <a:cubicBezTo>
                      <a:pt x="17489" y="16389"/>
                      <a:pt x="17474" y="16226"/>
                      <a:pt x="17446" y="16066"/>
                    </a:cubicBezTo>
                    <a:lnTo>
                      <a:pt x="16256" y="2375"/>
                    </a:lnTo>
                    <a:lnTo>
                      <a:pt x="16248" y="2375"/>
                    </a:lnTo>
                    <a:cubicBezTo>
                      <a:pt x="16070" y="1040"/>
                      <a:pt x="14920" y="1"/>
                      <a:pt x="13538" y="1"/>
                    </a:cubicBezTo>
                    <a:close/>
                  </a:path>
                </a:pathLst>
              </a:custGeom>
              <a:solidFill>
                <a:schemeClr val="accent2"/>
              </a:solidFill>
              <a:ln w="4150">
                <a:solidFill>
                  <a:srgbClr val="000000"/>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465" name="Google Shape;1668;p44"/>
          <p:cNvSpPr/>
          <p:nvPr/>
        </p:nvSpPr>
        <p:spPr>
          <a:xfrm rot="5076600">
            <a:off x="7040520" y="1468800"/>
            <a:ext cx="205200" cy="109440"/>
          </a:xfrm>
          <a:custGeom>
            <a:avLst/>
            <a:gdLst>
              <a:gd name="textAreaLeft" fmla="*/ 0 w 205200"/>
              <a:gd name="textAreaRight" fmla="*/ 205560 w 205200"/>
              <a:gd name="textAreaTop" fmla="*/ 0 h 109440"/>
              <a:gd name="textAreaBottom" fmla="*/ 109800 h 109440"/>
            </a:gdLst>
            <a:ahLst/>
            <a:cxnLst/>
            <a:rect l="textAreaLeft" t="textAreaTop" r="textAreaRight" b="textAreaBottom"/>
            <a:pathLst>
              <a:path w="8222" h="4398">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dk2"/>
          </a:solidFill>
          <a:ln w="4150">
            <a:solidFill>
              <a:srgbClr val="000000"/>
            </a:solidFill>
            <a:miter/>
          </a:ln>
        </p:spPr>
        <p:style>
          <a:lnRef idx="0"/>
          <a:fillRef idx="0"/>
          <a:effectRef idx="0"/>
          <a:fontRef idx="minor"/>
        </p:style>
        <p:txBody>
          <a:bodyPr tIns="54720" bIns="54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ranslation Agency Business Meeting to Celebrate International Translation Day by Slidesgo">
  <a:themeElements>
    <a:clrScheme name="Simple Light">
      <a:dk1>
        <a:srgbClr val="000000"/>
      </a:dk1>
      <a:lt1>
        <a:srgbClr val="ffffff"/>
      </a:lt1>
      <a:dk2>
        <a:srgbClr val="a82f20"/>
      </a:dk2>
      <a:lt2>
        <a:srgbClr val="4e4ac3"/>
      </a:lt2>
      <a:accent1>
        <a:srgbClr val="ffffa3"/>
      </a:accent1>
      <a:accent2>
        <a:srgbClr val="a3bbe0"/>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LibreOffice/25.8.1.1$Linux_X86_64 LibreOffice_project/580$Build-1</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2026-08-08T18:08:37Z</dcterms:created>
  <dc:creator>Slidesgo AI</dc:creator>
  <dc:description/>
  <dc:language>en-US</dc:language>
  <cp:lastModifiedBy>Unknown Creator</cp:lastModifiedBy>
  <dcterms:modified xsi:type="dcterms:W3CDTF">2026-08-08T18:08:37Z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11</vt:r8>
  </property>
  <property fmtid="{D5CDD505-2E9C-101B-9397-08002B2CF9AE}" pid="3" name="SlidesgoGeneratedBy">
    <vt:lpwstr>slidesgo-ai</vt:lpwstr>
  </property>
  <property fmtid="{D5CDD505-2E9C-101B-9397-08002B2CF9AE}" pid="4" name="SlidesgoPresentationUuid">
    <vt:lpwstr>a2747819-2817-465f-9614-d4961d6ce339</vt:lpwstr>
  </property>
</Properties>
</file>